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2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3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9" r:id="rId5"/>
  </p:sldMasterIdLst>
  <p:notesMasterIdLst>
    <p:notesMasterId r:id="rId20"/>
  </p:notesMasterIdLst>
  <p:sldIdLst>
    <p:sldId id="256" r:id="rId6"/>
    <p:sldId id="2147376091" r:id="rId7"/>
    <p:sldId id="352" r:id="rId8"/>
    <p:sldId id="665" r:id="rId9"/>
    <p:sldId id="550" r:id="rId10"/>
    <p:sldId id="2271" r:id="rId11"/>
    <p:sldId id="2297" r:id="rId12"/>
    <p:sldId id="2294" r:id="rId13"/>
    <p:sldId id="2295" r:id="rId14"/>
    <p:sldId id="2147483020" r:id="rId15"/>
    <p:sldId id="2147483021" r:id="rId16"/>
    <p:sldId id="2147376888" r:id="rId17"/>
    <p:sldId id="257" r:id="rId18"/>
    <p:sldId id="2147376894" r:id="rId19"/>
  </p:sldIdLst>
  <p:sldSz cx="12192000" cy="6858000"/>
  <p:notesSz cx="6797675" cy="9926638"/>
  <p:custDataLst>
    <p:tags r:id="rId21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C5C5C"/>
    <a:srgbClr val="FAEEC3"/>
    <a:srgbClr val="F2DE8A"/>
    <a:srgbClr val="E9CD49"/>
    <a:srgbClr val="C6AA3D"/>
    <a:srgbClr val="AB8933"/>
    <a:srgbClr val="FAECDB"/>
    <a:srgbClr val="EDDABD"/>
    <a:srgbClr val="CFB7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F88310-0757-466B-B570-C1A86D96DBAF}" v="220" dt="2026-07-20T05:14:46.027"/>
  </p1510:revLst>
</p1510:revInfo>
</file>

<file path=ppt/tableStyles.xml><?xml version="1.0" encoding="utf-8"?>
<a:tblStyleLst xmlns:a="http://schemas.openxmlformats.org/drawingml/2006/main" def="{2D5ABB26-0587-4C30-8999-92F81FD0307C}">
  <a:tblStyle styleId="{9D7B26C5-4107-4FEC-AEDC-1716B250A1EF}" styleName="Light Style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dk2"/>
          </a:solidFill>
        </a:fill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firstCol>
      <a:tcTxStyle b="on"/>
      <a:tcStyle>
        <a:tcBdr/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1905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accent3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01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93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od, Michelle" userId="5fab824c-3026-418d-b68b-83a08cf983d3" providerId="ADAL" clId="{98E054D3-88A7-43B7-8A14-346592E4D608}"/>
    <pc:docChg chg="undo custSel addSld delSld modSld sldOrd delMainMaster">
      <pc:chgData name="Flood, Michelle" userId="5fab824c-3026-418d-b68b-83a08cf983d3" providerId="ADAL" clId="{98E054D3-88A7-43B7-8A14-346592E4D608}" dt="2026-07-20T05:14:49.106" v="747" actId="1076"/>
      <pc:docMkLst>
        <pc:docMk/>
      </pc:docMkLst>
      <pc:sldChg chg="delSp modSp mod modShow">
        <pc:chgData name="Flood, Michelle" userId="5fab824c-3026-418d-b68b-83a08cf983d3" providerId="ADAL" clId="{98E054D3-88A7-43B7-8A14-346592E4D608}" dt="2026-07-20T03:07:42.100" v="32" actId="729"/>
        <pc:sldMkLst>
          <pc:docMk/>
          <pc:sldMk cId="3949305435" sldId="256"/>
        </pc:sldMkLst>
        <pc:spChg chg="del">
          <ac:chgData name="Flood, Michelle" userId="5fab824c-3026-418d-b68b-83a08cf983d3" providerId="ADAL" clId="{98E054D3-88A7-43B7-8A14-346592E4D608}" dt="2026-07-20T01:45:30.636" v="1" actId="478"/>
          <ac:spMkLst>
            <pc:docMk/>
            <pc:sldMk cId="3949305435" sldId="256"/>
            <ac:spMk id="2" creationId="{59457443-0A22-D418-E582-FB39947D9B3F}"/>
          </ac:spMkLst>
        </pc:spChg>
        <pc:spChg chg="mod">
          <ac:chgData name="Flood, Michelle" userId="5fab824c-3026-418d-b68b-83a08cf983d3" providerId="ADAL" clId="{98E054D3-88A7-43B7-8A14-346592E4D608}" dt="2026-07-20T01:45:43.532" v="17" actId="20577"/>
          <ac:spMkLst>
            <pc:docMk/>
            <pc:sldMk cId="3949305435" sldId="256"/>
            <ac:spMk id="3" creationId="{AE8EC382-84EF-763B-DCBD-03D2718B2ABD}"/>
          </ac:spMkLst>
        </pc:spChg>
        <pc:spChg chg="mod">
          <ac:chgData name="Flood, Michelle" userId="5fab824c-3026-418d-b68b-83a08cf983d3" providerId="ADAL" clId="{98E054D3-88A7-43B7-8A14-346592E4D608}" dt="2026-07-20T01:45:54.898" v="28" actId="20577"/>
          <ac:spMkLst>
            <pc:docMk/>
            <pc:sldMk cId="3949305435" sldId="256"/>
            <ac:spMk id="4" creationId="{C466D0C0-0ABF-618E-AA47-F3BE31361760}"/>
          </ac:spMkLst>
        </pc:spChg>
        <pc:spChg chg="del">
          <ac:chgData name="Flood, Michelle" userId="5fab824c-3026-418d-b68b-83a08cf983d3" providerId="ADAL" clId="{98E054D3-88A7-43B7-8A14-346592E4D608}" dt="2026-07-20T01:45:29.511" v="0" actId="478"/>
          <ac:spMkLst>
            <pc:docMk/>
            <pc:sldMk cId="3949305435" sldId="256"/>
            <ac:spMk id="18" creationId="{CA3D1541-5393-6D65-1A27-A80101423C62}"/>
          </ac:spMkLst>
        </pc:spChg>
      </pc:sldChg>
      <pc:sldChg chg="addSp modSp mod modShow">
        <pc:chgData name="Flood, Michelle" userId="5fab824c-3026-418d-b68b-83a08cf983d3" providerId="ADAL" clId="{98E054D3-88A7-43B7-8A14-346592E4D608}" dt="2026-07-20T05:09:00.252" v="709" actId="20577"/>
        <pc:sldMkLst>
          <pc:docMk/>
          <pc:sldMk cId="1430052715" sldId="257"/>
        </pc:sldMkLst>
        <pc:spChg chg="add mod">
          <ac:chgData name="Flood, Michelle" userId="5fab824c-3026-418d-b68b-83a08cf983d3" providerId="ADAL" clId="{98E054D3-88A7-43B7-8A14-346592E4D608}" dt="2026-07-20T05:09:00.252" v="709" actId="20577"/>
          <ac:spMkLst>
            <pc:docMk/>
            <pc:sldMk cId="1430052715" sldId="257"/>
            <ac:spMk id="45" creationId="{92E5055F-3207-CB01-6BA5-D8EEE730EBCE}"/>
          </ac:spMkLst>
        </pc:spChg>
      </pc:sldChg>
      <pc:sldChg chg="del mod modShow">
        <pc:chgData name="Flood, Michelle" userId="5fab824c-3026-418d-b68b-83a08cf983d3" providerId="ADAL" clId="{98E054D3-88A7-43B7-8A14-346592E4D608}" dt="2026-07-20T05:08:33.719" v="685" actId="47"/>
        <pc:sldMkLst>
          <pc:docMk/>
          <pc:sldMk cId="3028354429" sldId="295"/>
        </pc:sldMkLst>
      </pc:sldChg>
      <pc:sldChg chg="del mod modShow">
        <pc:chgData name="Flood, Michelle" userId="5fab824c-3026-418d-b68b-83a08cf983d3" providerId="ADAL" clId="{98E054D3-88A7-43B7-8A14-346592E4D608}" dt="2026-07-20T05:08:33.719" v="685" actId="47"/>
        <pc:sldMkLst>
          <pc:docMk/>
          <pc:sldMk cId="3498424750" sldId="318"/>
        </pc:sldMkLst>
      </pc:sldChg>
      <pc:sldChg chg="del mod modShow">
        <pc:chgData name="Flood, Michelle" userId="5fab824c-3026-418d-b68b-83a08cf983d3" providerId="ADAL" clId="{98E054D3-88A7-43B7-8A14-346592E4D608}" dt="2026-07-20T05:05:18.727" v="649" actId="47"/>
        <pc:sldMkLst>
          <pc:docMk/>
          <pc:sldMk cId="2642623688" sldId="339"/>
        </pc:sldMkLst>
      </pc:sldChg>
      <pc:sldChg chg="addSp modSp mod modShow">
        <pc:chgData name="Flood, Michelle" userId="5fab824c-3026-418d-b68b-83a08cf983d3" providerId="ADAL" clId="{98E054D3-88A7-43B7-8A14-346592E4D608}" dt="2026-07-20T05:01:03.026" v="602" actId="20577"/>
        <pc:sldMkLst>
          <pc:docMk/>
          <pc:sldMk cId="3140639394" sldId="352"/>
        </pc:sldMkLst>
        <pc:spChg chg="mod">
          <ac:chgData name="Flood, Michelle" userId="5fab824c-3026-418d-b68b-83a08cf983d3" providerId="ADAL" clId="{98E054D3-88A7-43B7-8A14-346592E4D608}" dt="2026-07-20T04:59:27.857" v="568"/>
          <ac:spMkLst>
            <pc:docMk/>
            <pc:sldMk cId="3140639394" sldId="352"/>
            <ac:spMk id="2" creationId="{00000000-0000-0000-0000-000000000000}"/>
          </ac:spMkLst>
        </pc:spChg>
        <pc:spChg chg="add mod">
          <ac:chgData name="Flood, Michelle" userId="5fab824c-3026-418d-b68b-83a08cf983d3" providerId="ADAL" clId="{98E054D3-88A7-43B7-8A14-346592E4D608}" dt="2026-07-20T05:01:03.026" v="602" actId="20577"/>
          <ac:spMkLst>
            <pc:docMk/>
            <pc:sldMk cId="3140639394" sldId="352"/>
            <ac:spMk id="4" creationId="{B96D68C0-9395-4DF0-2BE5-35FA54FCEE64}"/>
          </ac:spMkLst>
        </pc:spChg>
      </pc:sldChg>
      <pc:sldChg chg="del mod modShow">
        <pc:chgData name="Flood, Michelle" userId="5fab824c-3026-418d-b68b-83a08cf983d3" providerId="ADAL" clId="{98E054D3-88A7-43B7-8A14-346592E4D608}" dt="2026-07-20T05:05:55.529" v="654" actId="47"/>
        <pc:sldMkLst>
          <pc:docMk/>
          <pc:sldMk cId="2683177877" sldId="363"/>
        </pc:sldMkLst>
      </pc:sldChg>
      <pc:sldChg chg="add del">
        <pc:chgData name="Flood, Michelle" userId="5fab824c-3026-418d-b68b-83a08cf983d3" providerId="ADAL" clId="{98E054D3-88A7-43B7-8A14-346592E4D608}" dt="2026-07-20T03:57:54.806" v="35"/>
        <pc:sldMkLst>
          <pc:docMk/>
          <pc:sldMk cId="3062411409" sldId="437"/>
        </pc:sldMkLst>
      </pc:sldChg>
      <pc:sldChg chg="addSp delSp modSp add mod">
        <pc:chgData name="Flood, Michelle" userId="5fab824c-3026-418d-b68b-83a08cf983d3" providerId="ADAL" clId="{98E054D3-88A7-43B7-8A14-346592E4D608}" dt="2026-07-20T05:10:11.675" v="730" actId="948"/>
        <pc:sldMkLst>
          <pc:docMk/>
          <pc:sldMk cId="2495777093" sldId="550"/>
        </pc:sldMkLst>
        <pc:spChg chg="mod">
          <ac:chgData name="Flood, Michelle" userId="5fab824c-3026-418d-b68b-83a08cf983d3" providerId="ADAL" clId="{98E054D3-88A7-43B7-8A14-346592E4D608}" dt="2026-07-20T04:36:47.135" v="475" actId="15"/>
          <ac:spMkLst>
            <pc:docMk/>
            <pc:sldMk cId="2495777093" sldId="550"/>
            <ac:spMk id="27" creationId="{00000000-0000-0000-0000-000000000000}"/>
          </ac:spMkLst>
        </pc:spChg>
        <pc:spChg chg="mod">
          <ac:chgData name="Flood, Michelle" userId="5fab824c-3026-418d-b68b-83a08cf983d3" providerId="ADAL" clId="{98E054D3-88A7-43B7-8A14-346592E4D608}" dt="2026-07-20T05:10:11.675" v="730" actId="948"/>
          <ac:spMkLst>
            <pc:docMk/>
            <pc:sldMk cId="2495777093" sldId="550"/>
            <ac:spMk id="32" creationId="{00000000-0000-0000-0000-000000000000}"/>
          </ac:spMkLst>
        </pc:spChg>
        <pc:spChg chg="mod">
          <ac:chgData name="Flood, Michelle" userId="5fab824c-3026-418d-b68b-83a08cf983d3" providerId="ADAL" clId="{98E054D3-88A7-43B7-8A14-346592E4D608}" dt="2026-07-20T04:58:52.679" v="567" actId="20577"/>
          <ac:spMkLst>
            <pc:docMk/>
            <pc:sldMk cId="2495777093" sldId="550"/>
            <ac:spMk id="33" creationId="{00000000-0000-0000-0000-000000000000}"/>
          </ac:spMkLst>
        </pc:spChg>
        <pc:spChg chg="mod">
          <ac:chgData name="Flood, Michelle" userId="5fab824c-3026-418d-b68b-83a08cf983d3" providerId="ADAL" clId="{98E054D3-88A7-43B7-8A14-346592E4D608}" dt="2026-07-20T04:37:05.180" v="477"/>
          <ac:spMkLst>
            <pc:docMk/>
            <pc:sldMk cId="2495777093" sldId="550"/>
            <ac:spMk id="37" creationId="{00000000-0000-0000-0000-000000000000}"/>
          </ac:spMkLst>
        </pc:spChg>
        <pc:spChg chg="mod">
          <ac:chgData name="Flood, Michelle" userId="5fab824c-3026-418d-b68b-83a08cf983d3" providerId="ADAL" clId="{98E054D3-88A7-43B7-8A14-346592E4D608}" dt="2026-07-20T04:54:42.083" v="543"/>
          <ac:spMkLst>
            <pc:docMk/>
            <pc:sldMk cId="2495777093" sldId="550"/>
            <ac:spMk id="38" creationId="{00000000-0000-0000-0000-000000000000}"/>
          </ac:spMkLst>
        </pc:spChg>
        <pc:spChg chg="add">
          <ac:chgData name="Flood, Michelle" userId="5fab824c-3026-418d-b68b-83a08cf983d3" providerId="ADAL" clId="{98E054D3-88A7-43B7-8A14-346592E4D608}" dt="2026-07-20T04:35:19.679" v="298"/>
          <ac:spMkLst>
            <pc:docMk/>
            <pc:sldMk cId="2495777093" sldId="550"/>
            <ac:spMk id="49" creationId="{DE3B4C6F-4B4F-8999-F60E-F5221724AA79}"/>
          </ac:spMkLst>
        </pc:spChg>
        <pc:spChg chg="add mod">
          <ac:chgData name="Flood, Michelle" userId="5fab824c-3026-418d-b68b-83a08cf983d3" providerId="ADAL" clId="{98E054D3-88A7-43B7-8A14-346592E4D608}" dt="2026-07-20T04:35:25.386" v="449"/>
          <ac:spMkLst>
            <pc:docMk/>
            <pc:sldMk cId="2495777093" sldId="550"/>
            <ac:spMk id="54" creationId="{AD722F95-2143-7119-EF8F-C5725F1C21D8}"/>
          </ac:spMkLst>
        </pc:spChg>
        <pc:spChg chg="add mod">
          <ac:chgData name="Flood, Michelle" userId="5fab824c-3026-418d-b68b-83a08cf983d3" providerId="ADAL" clId="{98E054D3-88A7-43B7-8A14-346592E4D608}" dt="2026-07-20T04:35:25.402" v="451"/>
          <ac:spMkLst>
            <pc:docMk/>
            <pc:sldMk cId="2495777093" sldId="550"/>
            <ac:spMk id="55" creationId="{4A713FE0-02C1-6EBA-03D4-75FFD148C8D1}"/>
          </ac:spMkLst>
        </pc:spChg>
        <pc:spChg chg="add mod">
          <ac:chgData name="Flood, Michelle" userId="5fab824c-3026-418d-b68b-83a08cf983d3" providerId="ADAL" clId="{98E054D3-88A7-43B7-8A14-346592E4D608}" dt="2026-07-20T04:35:25.386" v="449"/>
          <ac:spMkLst>
            <pc:docMk/>
            <pc:sldMk cId="2495777093" sldId="550"/>
            <ac:spMk id="60" creationId="{32C6CC90-12D4-BDA9-763F-BE9243D8F4DA}"/>
          </ac:spMkLst>
        </pc:spChg>
        <pc:spChg chg="add mod">
          <ac:chgData name="Flood, Michelle" userId="5fab824c-3026-418d-b68b-83a08cf983d3" providerId="ADAL" clId="{98E054D3-88A7-43B7-8A14-346592E4D608}" dt="2026-07-20T04:35:25.402" v="451"/>
          <ac:spMkLst>
            <pc:docMk/>
            <pc:sldMk cId="2495777093" sldId="550"/>
            <ac:spMk id="61" creationId="{3115ADBA-5EBB-9E65-356A-5B517BE99D61}"/>
          </ac:spMkLst>
        </pc:spChg>
        <pc:spChg chg="add mod">
          <ac:chgData name="Flood, Michelle" userId="5fab824c-3026-418d-b68b-83a08cf983d3" providerId="ADAL" clId="{98E054D3-88A7-43B7-8A14-346592E4D608}" dt="2026-07-20T04:35:25.386" v="449"/>
          <ac:spMkLst>
            <pc:docMk/>
            <pc:sldMk cId="2495777093" sldId="550"/>
            <ac:spMk id="66" creationId="{B66D8E07-B2F6-A2CA-0DAD-2CE508A6F08E}"/>
          </ac:spMkLst>
        </pc:spChg>
        <pc:spChg chg="add mod">
          <ac:chgData name="Flood, Michelle" userId="5fab824c-3026-418d-b68b-83a08cf983d3" providerId="ADAL" clId="{98E054D3-88A7-43B7-8A14-346592E4D608}" dt="2026-07-20T04:35:25.402" v="451"/>
          <ac:spMkLst>
            <pc:docMk/>
            <pc:sldMk cId="2495777093" sldId="550"/>
            <ac:spMk id="67" creationId="{84F1FE6F-67B0-D91A-27C6-713D8CDBD290}"/>
          </ac:spMkLst>
        </pc:spChg>
        <pc:spChg chg="add mod">
          <ac:chgData name="Flood, Michelle" userId="5fab824c-3026-418d-b68b-83a08cf983d3" providerId="ADAL" clId="{98E054D3-88A7-43B7-8A14-346592E4D608}" dt="2026-07-20T04:35:25.386" v="449"/>
          <ac:spMkLst>
            <pc:docMk/>
            <pc:sldMk cId="2495777093" sldId="550"/>
            <ac:spMk id="68" creationId="{338CA0D1-E47E-739D-2F6F-C40261FDD2E1}"/>
          </ac:spMkLst>
        </pc:spChg>
        <pc:spChg chg="add mod">
          <ac:chgData name="Flood, Michelle" userId="5fab824c-3026-418d-b68b-83a08cf983d3" providerId="ADAL" clId="{98E054D3-88A7-43B7-8A14-346592E4D608}" dt="2026-07-20T04:35:25.402" v="451"/>
          <ac:spMkLst>
            <pc:docMk/>
            <pc:sldMk cId="2495777093" sldId="550"/>
            <ac:spMk id="69" creationId="{F79F59D6-EAC7-F744-4A16-626417E4AAC3}"/>
          </ac:spMkLst>
        </pc:spChg>
        <pc:spChg chg="add">
          <ac:chgData name="Flood, Michelle" userId="5fab824c-3026-418d-b68b-83a08cf983d3" providerId="ADAL" clId="{98E054D3-88A7-43B7-8A14-346592E4D608}" dt="2026-07-20T04:35:55.903" v="464"/>
          <ac:spMkLst>
            <pc:docMk/>
            <pc:sldMk cId="2495777093" sldId="550"/>
            <ac:spMk id="72" creationId="{8E837A12-7CF4-8135-2888-B1DAF20DF6C8}"/>
          </ac:spMkLst>
        </pc:spChg>
        <pc:spChg chg="add">
          <ac:chgData name="Flood, Michelle" userId="5fab824c-3026-418d-b68b-83a08cf983d3" providerId="ADAL" clId="{98E054D3-88A7-43B7-8A14-346592E4D608}" dt="2026-07-20T04:46:47.653" v="491"/>
          <ac:spMkLst>
            <pc:docMk/>
            <pc:sldMk cId="2495777093" sldId="550"/>
            <ac:spMk id="73" creationId="{48455968-03A8-5244-870E-FEC5070950E4}"/>
          </ac:spMkLst>
        </pc:spChg>
        <pc:spChg chg="add mod">
          <ac:chgData name="Flood, Michelle" userId="5fab824c-3026-418d-b68b-83a08cf983d3" providerId="ADAL" clId="{98E054D3-88A7-43B7-8A14-346592E4D608}" dt="2026-07-20T05:01:16.421" v="606" actId="20577"/>
          <ac:spMkLst>
            <pc:docMk/>
            <pc:sldMk cId="2495777093" sldId="550"/>
            <ac:spMk id="74" creationId="{DEE3B4DF-89BE-CE43-8D69-1986D65519A9}"/>
          </ac:spMkLst>
        </pc:spChg>
        <pc:grpChg chg="del">
          <ac:chgData name="Flood, Michelle" userId="5fab824c-3026-418d-b68b-83a08cf983d3" providerId="ADAL" clId="{98E054D3-88A7-43B7-8A14-346592E4D608}" dt="2026-07-20T04:35:25.352" v="300"/>
          <ac:grpSpMkLst>
            <pc:docMk/>
            <pc:sldMk cId="2495777093" sldId="550"/>
            <ac:grpSpMk id="47" creationId="{8867851A-CE2B-729B-1E10-C7EDF26E0D8C}"/>
          </ac:grpSpMkLst>
        </pc:grpChg>
        <pc:grpChg chg="del">
          <ac:chgData name="Flood, Michelle" userId="5fab824c-3026-418d-b68b-83a08cf983d3" providerId="ADAL" clId="{98E054D3-88A7-43B7-8A14-346592E4D608}" dt="2026-07-20T04:35:25.352" v="299"/>
          <ac:grpSpMkLst>
            <pc:docMk/>
            <pc:sldMk cId="2495777093" sldId="550"/>
            <ac:grpSpMk id="48" creationId="{CC1363E5-4997-13B2-4353-AD709ADDA80E}"/>
          </ac:grpSpMkLst>
        </pc:grpChg>
        <pc:grpChg chg="add mod">
          <ac:chgData name="Flood, Michelle" userId="5fab824c-3026-418d-b68b-83a08cf983d3" providerId="ADAL" clId="{98E054D3-88A7-43B7-8A14-346592E4D608}" dt="2026-07-20T04:35:25.402" v="450"/>
          <ac:grpSpMkLst>
            <pc:docMk/>
            <pc:sldMk cId="2495777093" sldId="550"/>
            <ac:grpSpMk id="70" creationId="{AB2CC036-DE2C-B552-67B9-559758B0410C}"/>
          </ac:grpSpMkLst>
        </pc:grpChg>
        <pc:grpChg chg="add mod">
          <ac:chgData name="Flood, Michelle" userId="5fab824c-3026-418d-b68b-83a08cf983d3" providerId="ADAL" clId="{98E054D3-88A7-43B7-8A14-346592E4D608}" dt="2026-07-20T04:35:25.402" v="452"/>
          <ac:grpSpMkLst>
            <pc:docMk/>
            <pc:sldMk cId="2495777093" sldId="550"/>
            <ac:grpSpMk id="71" creationId="{7D2C0EAC-0B52-24C1-4166-86055479DD64}"/>
          </ac:grpSpMkLst>
        </pc:grpChg>
        <pc:cxnChg chg="add mod ord">
          <ac:chgData name="Flood, Michelle" userId="5fab824c-3026-418d-b68b-83a08cf983d3" providerId="ADAL" clId="{98E054D3-88A7-43B7-8A14-346592E4D608}" dt="2026-07-20T04:35:25.386" v="449"/>
          <ac:cxnSpMkLst>
            <pc:docMk/>
            <pc:sldMk cId="2495777093" sldId="550"/>
            <ac:cxnSpMk id="50" creationId="{8BE6A781-2942-1BBB-F832-406EFFED4ACC}"/>
          </ac:cxnSpMkLst>
        </pc:cxnChg>
        <pc:cxnChg chg="add mod ord">
          <ac:chgData name="Flood, Michelle" userId="5fab824c-3026-418d-b68b-83a08cf983d3" providerId="ADAL" clId="{98E054D3-88A7-43B7-8A14-346592E4D608}" dt="2026-07-20T04:35:25.402" v="451"/>
          <ac:cxnSpMkLst>
            <pc:docMk/>
            <pc:sldMk cId="2495777093" sldId="550"/>
            <ac:cxnSpMk id="51" creationId="{3ECFBD01-BB12-A495-86AD-349BEA9E0BCC}"/>
          </ac:cxnSpMkLst>
        </pc:cxnChg>
        <pc:cxnChg chg="add mod ord">
          <ac:chgData name="Flood, Michelle" userId="5fab824c-3026-418d-b68b-83a08cf983d3" providerId="ADAL" clId="{98E054D3-88A7-43B7-8A14-346592E4D608}" dt="2026-07-20T04:35:25.368" v="321"/>
          <ac:cxnSpMkLst>
            <pc:docMk/>
            <pc:sldMk cId="2495777093" sldId="550"/>
            <ac:cxnSpMk id="52" creationId="{A8C74A35-DC66-2872-C361-077148FC6C3B}"/>
          </ac:cxnSpMkLst>
        </pc:cxnChg>
        <pc:cxnChg chg="add mod ord">
          <ac:chgData name="Flood, Michelle" userId="5fab824c-3026-418d-b68b-83a08cf983d3" providerId="ADAL" clId="{98E054D3-88A7-43B7-8A14-346592E4D608}" dt="2026-07-20T04:35:25.368" v="328"/>
          <ac:cxnSpMkLst>
            <pc:docMk/>
            <pc:sldMk cId="2495777093" sldId="550"/>
            <ac:cxnSpMk id="53" creationId="{09FCDC6F-CCCF-5B85-E8B4-6E349A138498}"/>
          </ac:cxnSpMkLst>
        </pc:cxnChg>
        <pc:cxnChg chg="add mod ord">
          <ac:chgData name="Flood, Michelle" userId="5fab824c-3026-418d-b68b-83a08cf983d3" providerId="ADAL" clId="{98E054D3-88A7-43B7-8A14-346592E4D608}" dt="2026-07-20T04:35:25.386" v="449"/>
          <ac:cxnSpMkLst>
            <pc:docMk/>
            <pc:sldMk cId="2495777093" sldId="550"/>
            <ac:cxnSpMk id="56" creationId="{686A2A73-039D-EB54-EA54-AFAE9FC6CBFC}"/>
          </ac:cxnSpMkLst>
        </pc:cxnChg>
        <pc:cxnChg chg="add mod ord">
          <ac:chgData name="Flood, Michelle" userId="5fab824c-3026-418d-b68b-83a08cf983d3" providerId="ADAL" clId="{98E054D3-88A7-43B7-8A14-346592E4D608}" dt="2026-07-20T04:35:25.402" v="451"/>
          <ac:cxnSpMkLst>
            <pc:docMk/>
            <pc:sldMk cId="2495777093" sldId="550"/>
            <ac:cxnSpMk id="57" creationId="{F0BB50B4-2A27-4CD4-8E14-4B2E04AEADD6}"/>
          </ac:cxnSpMkLst>
        </pc:cxnChg>
        <pc:cxnChg chg="add mod ord">
          <ac:chgData name="Flood, Michelle" userId="5fab824c-3026-418d-b68b-83a08cf983d3" providerId="ADAL" clId="{98E054D3-88A7-43B7-8A14-346592E4D608}" dt="2026-07-20T04:35:25.386" v="449"/>
          <ac:cxnSpMkLst>
            <pc:docMk/>
            <pc:sldMk cId="2495777093" sldId="550"/>
            <ac:cxnSpMk id="58" creationId="{6C84CED3-81E6-9B45-CB1D-8BDB2DB2108A}"/>
          </ac:cxnSpMkLst>
        </pc:cxnChg>
        <pc:cxnChg chg="add mod ord">
          <ac:chgData name="Flood, Michelle" userId="5fab824c-3026-418d-b68b-83a08cf983d3" providerId="ADAL" clId="{98E054D3-88A7-43B7-8A14-346592E4D608}" dt="2026-07-20T04:35:25.402" v="451"/>
          <ac:cxnSpMkLst>
            <pc:docMk/>
            <pc:sldMk cId="2495777093" sldId="550"/>
            <ac:cxnSpMk id="59" creationId="{BFDC2EF8-E03C-3BD6-9679-715A32F45C5C}"/>
          </ac:cxnSpMkLst>
        </pc:cxnChg>
        <pc:cxnChg chg="add mod ord">
          <ac:chgData name="Flood, Michelle" userId="5fab824c-3026-418d-b68b-83a08cf983d3" providerId="ADAL" clId="{98E054D3-88A7-43B7-8A14-346592E4D608}" dt="2026-07-20T04:35:25.386" v="449"/>
          <ac:cxnSpMkLst>
            <pc:docMk/>
            <pc:sldMk cId="2495777093" sldId="550"/>
            <ac:cxnSpMk id="62" creationId="{170C895B-659F-AD1F-EB67-941FEF8C3240}"/>
          </ac:cxnSpMkLst>
        </pc:cxnChg>
        <pc:cxnChg chg="add mod ord">
          <ac:chgData name="Flood, Michelle" userId="5fab824c-3026-418d-b68b-83a08cf983d3" providerId="ADAL" clId="{98E054D3-88A7-43B7-8A14-346592E4D608}" dt="2026-07-20T04:35:25.402" v="451"/>
          <ac:cxnSpMkLst>
            <pc:docMk/>
            <pc:sldMk cId="2495777093" sldId="550"/>
            <ac:cxnSpMk id="63" creationId="{180E4F00-8FE8-BDAE-0457-230DC72F4D6C}"/>
          </ac:cxnSpMkLst>
        </pc:cxnChg>
        <pc:cxnChg chg="add mod ord">
          <ac:chgData name="Flood, Michelle" userId="5fab824c-3026-418d-b68b-83a08cf983d3" providerId="ADAL" clId="{98E054D3-88A7-43B7-8A14-346592E4D608}" dt="2026-07-20T04:35:25.386" v="449"/>
          <ac:cxnSpMkLst>
            <pc:docMk/>
            <pc:sldMk cId="2495777093" sldId="550"/>
            <ac:cxnSpMk id="64" creationId="{8DDA0BF7-7E6C-564F-926D-810A0FBEC0D5}"/>
          </ac:cxnSpMkLst>
        </pc:cxnChg>
        <pc:cxnChg chg="add mod ord">
          <ac:chgData name="Flood, Michelle" userId="5fab824c-3026-418d-b68b-83a08cf983d3" providerId="ADAL" clId="{98E054D3-88A7-43B7-8A14-346592E4D608}" dt="2026-07-20T04:35:25.402" v="451"/>
          <ac:cxnSpMkLst>
            <pc:docMk/>
            <pc:sldMk cId="2495777093" sldId="550"/>
            <ac:cxnSpMk id="65" creationId="{9A61BC81-2742-02AD-E02F-639A20267E08}"/>
          </ac:cxnSpMkLst>
        </pc:cxnChg>
      </pc:sldChg>
      <pc:sldChg chg="add del">
        <pc:chgData name="Flood, Michelle" userId="5fab824c-3026-418d-b68b-83a08cf983d3" providerId="ADAL" clId="{98E054D3-88A7-43B7-8A14-346592E4D608}" dt="2026-07-20T05:01:22.600" v="607" actId="47"/>
        <pc:sldMkLst>
          <pc:docMk/>
          <pc:sldMk cId="2205891035" sldId="551"/>
        </pc:sldMkLst>
      </pc:sldChg>
      <pc:sldChg chg="addSp delSp modSp add mod">
        <pc:chgData name="Flood, Michelle" userId="5fab824c-3026-418d-b68b-83a08cf983d3" providerId="ADAL" clId="{98E054D3-88A7-43B7-8A14-346592E4D608}" dt="2026-07-20T05:01:10.734" v="604" actId="20577"/>
        <pc:sldMkLst>
          <pc:docMk/>
          <pc:sldMk cId="3133590212" sldId="665"/>
        </pc:sldMkLst>
        <pc:spChg chg="mod">
          <ac:chgData name="Flood, Michelle" userId="5fab824c-3026-418d-b68b-83a08cf983d3" providerId="ADAL" clId="{98E054D3-88A7-43B7-8A14-346592E4D608}" dt="2026-07-20T04:12:58.721" v="247" actId="1076"/>
          <ac:spMkLst>
            <pc:docMk/>
            <pc:sldMk cId="3133590212" sldId="665"/>
            <ac:spMk id="38" creationId="{00000000-0000-0000-0000-000000000000}"/>
          </ac:spMkLst>
        </pc:spChg>
        <pc:spChg chg="add mod">
          <ac:chgData name="Flood, Michelle" userId="5fab824c-3026-418d-b68b-83a08cf983d3" providerId="ADAL" clId="{98E054D3-88A7-43B7-8A14-346592E4D608}" dt="2026-07-20T04:12:55.189" v="243"/>
          <ac:spMkLst>
            <pc:docMk/>
            <pc:sldMk cId="3133590212" sldId="665"/>
            <ac:spMk id="52" creationId="{BCD7CC24-9B66-6165-5D87-B35B9881B63E}"/>
          </ac:spMkLst>
        </pc:spChg>
        <pc:spChg chg="add mod">
          <ac:chgData name="Flood, Michelle" userId="5fab824c-3026-418d-b68b-83a08cf983d3" providerId="ADAL" clId="{98E054D3-88A7-43B7-8A14-346592E4D608}" dt="2026-07-20T04:12:55.189" v="245"/>
          <ac:spMkLst>
            <pc:docMk/>
            <pc:sldMk cId="3133590212" sldId="665"/>
            <ac:spMk id="53" creationId="{A5424619-D4EA-D96B-D6F3-04292112C437}"/>
          </ac:spMkLst>
        </pc:spChg>
        <pc:spChg chg="add mod">
          <ac:chgData name="Flood, Michelle" userId="5fab824c-3026-418d-b68b-83a08cf983d3" providerId="ADAL" clId="{98E054D3-88A7-43B7-8A14-346592E4D608}" dt="2026-07-20T04:12:55.189" v="243"/>
          <ac:spMkLst>
            <pc:docMk/>
            <pc:sldMk cId="3133590212" sldId="665"/>
            <ac:spMk id="58" creationId="{E7093334-3646-0476-E061-6FE6F7682D90}"/>
          </ac:spMkLst>
        </pc:spChg>
        <pc:spChg chg="add mod">
          <ac:chgData name="Flood, Michelle" userId="5fab824c-3026-418d-b68b-83a08cf983d3" providerId="ADAL" clId="{98E054D3-88A7-43B7-8A14-346592E4D608}" dt="2026-07-20T04:12:55.189" v="245"/>
          <ac:spMkLst>
            <pc:docMk/>
            <pc:sldMk cId="3133590212" sldId="665"/>
            <ac:spMk id="59" creationId="{DCBC4927-1B3E-1F85-B765-20D6CC7061AC}"/>
          </ac:spMkLst>
        </pc:spChg>
        <pc:spChg chg="add mod">
          <ac:chgData name="Flood, Michelle" userId="5fab824c-3026-418d-b68b-83a08cf983d3" providerId="ADAL" clId="{98E054D3-88A7-43B7-8A14-346592E4D608}" dt="2026-07-20T04:12:55.189" v="243"/>
          <ac:spMkLst>
            <pc:docMk/>
            <pc:sldMk cId="3133590212" sldId="665"/>
            <ac:spMk id="64" creationId="{A9D2193D-C40D-7375-7236-21804CF88D04}"/>
          </ac:spMkLst>
        </pc:spChg>
        <pc:spChg chg="add mod">
          <ac:chgData name="Flood, Michelle" userId="5fab824c-3026-418d-b68b-83a08cf983d3" providerId="ADAL" clId="{98E054D3-88A7-43B7-8A14-346592E4D608}" dt="2026-07-20T04:12:55.189" v="245"/>
          <ac:spMkLst>
            <pc:docMk/>
            <pc:sldMk cId="3133590212" sldId="665"/>
            <ac:spMk id="65" creationId="{1D803C78-A623-B297-DCF8-A3DD3C2A0A2F}"/>
          </ac:spMkLst>
        </pc:spChg>
        <pc:spChg chg="add mod">
          <ac:chgData name="Flood, Michelle" userId="5fab824c-3026-418d-b68b-83a08cf983d3" providerId="ADAL" clId="{98E054D3-88A7-43B7-8A14-346592E4D608}" dt="2026-07-20T04:12:55.189" v="243"/>
          <ac:spMkLst>
            <pc:docMk/>
            <pc:sldMk cId="3133590212" sldId="665"/>
            <ac:spMk id="70" creationId="{0F585DF0-B720-BFA8-65E1-D25DBDFE73F6}"/>
          </ac:spMkLst>
        </pc:spChg>
        <pc:spChg chg="add mod">
          <ac:chgData name="Flood, Michelle" userId="5fab824c-3026-418d-b68b-83a08cf983d3" providerId="ADAL" clId="{98E054D3-88A7-43B7-8A14-346592E4D608}" dt="2026-07-20T04:12:55.189" v="245"/>
          <ac:spMkLst>
            <pc:docMk/>
            <pc:sldMk cId="3133590212" sldId="665"/>
            <ac:spMk id="71" creationId="{FA786DA1-519A-843F-825A-DAD9759CA9F2}"/>
          </ac:spMkLst>
        </pc:spChg>
        <pc:spChg chg="add mod">
          <ac:chgData name="Flood, Michelle" userId="5fab824c-3026-418d-b68b-83a08cf983d3" providerId="ADAL" clId="{98E054D3-88A7-43B7-8A14-346592E4D608}" dt="2026-07-20T04:12:55.189" v="243"/>
          <ac:spMkLst>
            <pc:docMk/>
            <pc:sldMk cId="3133590212" sldId="665"/>
            <ac:spMk id="72" creationId="{7BDB0358-C8F9-228B-81DE-C96479EC3A5B}"/>
          </ac:spMkLst>
        </pc:spChg>
        <pc:spChg chg="add mod">
          <ac:chgData name="Flood, Michelle" userId="5fab824c-3026-418d-b68b-83a08cf983d3" providerId="ADAL" clId="{98E054D3-88A7-43B7-8A14-346592E4D608}" dt="2026-07-20T04:12:55.189" v="245"/>
          <ac:spMkLst>
            <pc:docMk/>
            <pc:sldMk cId="3133590212" sldId="665"/>
            <ac:spMk id="73" creationId="{68BCD093-9341-3C83-1C33-84561C4F9AFA}"/>
          </ac:spMkLst>
        </pc:spChg>
        <pc:spChg chg="add mod">
          <ac:chgData name="Flood, Michelle" userId="5fab824c-3026-418d-b68b-83a08cf983d3" providerId="ADAL" clId="{98E054D3-88A7-43B7-8A14-346592E4D608}" dt="2026-07-20T05:01:10.734" v="604" actId="20577"/>
          <ac:spMkLst>
            <pc:docMk/>
            <pc:sldMk cId="3133590212" sldId="665"/>
            <ac:spMk id="76" creationId="{FE36F67F-608E-4935-8466-F494FCACEC99}"/>
          </ac:spMkLst>
        </pc:spChg>
        <pc:grpChg chg="del">
          <ac:chgData name="Flood, Michelle" userId="5fab824c-3026-418d-b68b-83a08cf983d3" providerId="ADAL" clId="{98E054D3-88A7-43B7-8A14-346592E4D608}" dt="2026-07-20T04:12:55.147" v="50"/>
          <ac:grpSpMkLst>
            <pc:docMk/>
            <pc:sldMk cId="3133590212" sldId="665"/>
            <ac:grpSpMk id="46" creationId="{F2930E49-57F4-9A53-D07D-8FD9C5686D84}"/>
          </ac:grpSpMkLst>
        </pc:grpChg>
        <pc:grpChg chg="del">
          <ac:chgData name="Flood, Michelle" userId="5fab824c-3026-418d-b68b-83a08cf983d3" providerId="ADAL" clId="{98E054D3-88A7-43B7-8A14-346592E4D608}" dt="2026-07-20T04:12:55.147" v="49"/>
          <ac:grpSpMkLst>
            <pc:docMk/>
            <pc:sldMk cId="3133590212" sldId="665"/>
            <ac:grpSpMk id="47" creationId="{03933FA1-15BB-F954-8E32-78744885B9BA}"/>
          </ac:grpSpMkLst>
        </pc:grpChg>
        <pc:grpChg chg="add mod">
          <ac:chgData name="Flood, Michelle" userId="5fab824c-3026-418d-b68b-83a08cf983d3" providerId="ADAL" clId="{98E054D3-88A7-43B7-8A14-346592E4D608}" dt="2026-07-20T04:12:55.189" v="244"/>
          <ac:grpSpMkLst>
            <pc:docMk/>
            <pc:sldMk cId="3133590212" sldId="665"/>
            <ac:grpSpMk id="74" creationId="{A52041DB-D561-0129-B46F-0051AF30F69F}"/>
          </ac:grpSpMkLst>
        </pc:grpChg>
        <pc:grpChg chg="add mod">
          <ac:chgData name="Flood, Michelle" userId="5fab824c-3026-418d-b68b-83a08cf983d3" providerId="ADAL" clId="{98E054D3-88A7-43B7-8A14-346592E4D608}" dt="2026-07-20T04:12:55.189" v="246"/>
          <ac:grpSpMkLst>
            <pc:docMk/>
            <pc:sldMk cId="3133590212" sldId="665"/>
            <ac:grpSpMk id="75" creationId="{D384707E-0B4E-74E4-1E85-56544FDB2054}"/>
          </ac:grpSpMkLst>
        </pc:grpChg>
        <pc:cxnChg chg="add mod ord">
          <ac:chgData name="Flood, Michelle" userId="5fab824c-3026-418d-b68b-83a08cf983d3" providerId="ADAL" clId="{98E054D3-88A7-43B7-8A14-346592E4D608}" dt="2026-07-20T04:12:55.147" v="57"/>
          <ac:cxnSpMkLst>
            <pc:docMk/>
            <pc:sldMk cId="3133590212" sldId="665"/>
            <ac:cxnSpMk id="48" creationId="{F425AE1C-9F01-9E8A-3F85-E17F6D4FBE93}"/>
          </ac:cxnSpMkLst>
        </pc:cxnChg>
        <pc:cxnChg chg="add mod ord">
          <ac:chgData name="Flood, Michelle" userId="5fab824c-3026-418d-b68b-83a08cf983d3" providerId="ADAL" clId="{98E054D3-88A7-43B7-8A14-346592E4D608}" dt="2026-07-20T04:12:55.147" v="64"/>
          <ac:cxnSpMkLst>
            <pc:docMk/>
            <pc:sldMk cId="3133590212" sldId="665"/>
            <ac:cxnSpMk id="49" creationId="{6BD885D0-033D-76CC-2DF5-1553EEC47455}"/>
          </ac:cxnSpMkLst>
        </pc:cxnChg>
        <pc:cxnChg chg="add mod ord">
          <ac:chgData name="Flood, Michelle" userId="5fab824c-3026-418d-b68b-83a08cf983d3" providerId="ADAL" clId="{98E054D3-88A7-43B7-8A14-346592E4D608}" dt="2026-07-20T04:12:55.189" v="243"/>
          <ac:cxnSpMkLst>
            <pc:docMk/>
            <pc:sldMk cId="3133590212" sldId="665"/>
            <ac:cxnSpMk id="50" creationId="{5B16FA77-662B-5752-F5EB-6242B83698DB}"/>
          </ac:cxnSpMkLst>
        </pc:cxnChg>
        <pc:cxnChg chg="add mod ord">
          <ac:chgData name="Flood, Michelle" userId="5fab824c-3026-418d-b68b-83a08cf983d3" providerId="ADAL" clId="{98E054D3-88A7-43B7-8A14-346592E4D608}" dt="2026-07-20T04:12:55.189" v="245"/>
          <ac:cxnSpMkLst>
            <pc:docMk/>
            <pc:sldMk cId="3133590212" sldId="665"/>
            <ac:cxnSpMk id="51" creationId="{DB727D2C-AE66-ACC9-CE2B-DC7655D32E9C}"/>
          </ac:cxnSpMkLst>
        </pc:cxnChg>
        <pc:cxnChg chg="add mod ord">
          <ac:chgData name="Flood, Michelle" userId="5fab824c-3026-418d-b68b-83a08cf983d3" providerId="ADAL" clId="{98E054D3-88A7-43B7-8A14-346592E4D608}" dt="2026-07-20T04:12:55.189" v="243"/>
          <ac:cxnSpMkLst>
            <pc:docMk/>
            <pc:sldMk cId="3133590212" sldId="665"/>
            <ac:cxnSpMk id="54" creationId="{08B48856-EF62-6EE3-4EAF-1B3AD81F2D7A}"/>
          </ac:cxnSpMkLst>
        </pc:cxnChg>
        <pc:cxnChg chg="add mod ord">
          <ac:chgData name="Flood, Michelle" userId="5fab824c-3026-418d-b68b-83a08cf983d3" providerId="ADAL" clId="{98E054D3-88A7-43B7-8A14-346592E4D608}" dt="2026-07-20T04:12:55.158" v="108"/>
          <ac:cxnSpMkLst>
            <pc:docMk/>
            <pc:sldMk cId="3133590212" sldId="665"/>
            <ac:cxnSpMk id="55" creationId="{09AE6557-DEA4-EF15-BB48-5293E93D221B}"/>
          </ac:cxnSpMkLst>
        </pc:cxnChg>
        <pc:cxnChg chg="add mod ord">
          <ac:chgData name="Flood, Michelle" userId="5fab824c-3026-418d-b68b-83a08cf983d3" providerId="ADAL" clId="{98E054D3-88A7-43B7-8A14-346592E4D608}" dt="2026-07-20T04:12:55.189" v="243"/>
          <ac:cxnSpMkLst>
            <pc:docMk/>
            <pc:sldMk cId="3133590212" sldId="665"/>
            <ac:cxnSpMk id="56" creationId="{15D41935-9356-AE39-942D-B34C415E3ACE}"/>
          </ac:cxnSpMkLst>
        </pc:cxnChg>
        <pc:cxnChg chg="add mod ord">
          <ac:chgData name="Flood, Michelle" userId="5fab824c-3026-418d-b68b-83a08cf983d3" providerId="ADAL" clId="{98E054D3-88A7-43B7-8A14-346592E4D608}" dt="2026-07-20T04:12:55.158" v="122"/>
          <ac:cxnSpMkLst>
            <pc:docMk/>
            <pc:sldMk cId="3133590212" sldId="665"/>
            <ac:cxnSpMk id="57" creationId="{74636FEF-E32B-0F63-8767-EA119E5B225C}"/>
          </ac:cxnSpMkLst>
        </pc:cxnChg>
        <pc:cxnChg chg="add mod ord">
          <ac:chgData name="Flood, Michelle" userId="5fab824c-3026-418d-b68b-83a08cf983d3" providerId="ADAL" clId="{98E054D3-88A7-43B7-8A14-346592E4D608}" dt="2026-07-20T04:12:55.158" v="145"/>
          <ac:cxnSpMkLst>
            <pc:docMk/>
            <pc:sldMk cId="3133590212" sldId="665"/>
            <ac:cxnSpMk id="60" creationId="{C4AE3731-7C6E-6D13-52FF-ACE9D5A0EF89}"/>
          </ac:cxnSpMkLst>
        </pc:cxnChg>
        <pc:cxnChg chg="add mod ord">
          <ac:chgData name="Flood, Michelle" userId="5fab824c-3026-418d-b68b-83a08cf983d3" providerId="ADAL" clId="{98E054D3-88A7-43B7-8A14-346592E4D608}" dt="2026-07-20T04:12:55.189" v="245"/>
          <ac:cxnSpMkLst>
            <pc:docMk/>
            <pc:sldMk cId="3133590212" sldId="665"/>
            <ac:cxnSpMk id="61" creationId="{EFA3766A-6D41-789E-972E-6B466EFEE8F0}"/>
          </ac:cxnSpMkLst>
        </pc:cxnChg>
        <pc:cxnChg chg="add mod ord">
          <ac:chgData name="Flood, Michelle" userId="5fab824c-3026-418d-b68b-83a08cf983d3" providerId="ADAL" clId="{98E054D3-88A7-43B7-8A14-346592E4D608}" dt="2026-07-20T04:12:55.173" v="159"/>
          <ac:cxnSpMkLst>
            <pc:docMk/>
            <pc:sldMk cId="3133590212" sldId="665"/>
            <ac:cxnSpMk id="62" creationId="{A450F4F4-187A-3C86-91A6-B6DA481E373D}"/>
          </ac:cxnSpMkLst>
        </pc:cxnChg>
        <pc:cxnChg chg="add mod ord">
          <ac:chgData name="Flood, Michelle" userId="5fab824c-3026-418d-b68b-83a08cf983d3" providerId="ADAL" clId="{98E054D3-88A7-43B7-8A14-346592E4D608}" dt="2026-07-20T04:12:55.173" v="166"/>
          <ac:cxnSpMkLst>
            <pc:docMk/>
            <pc:sldMk cId="3133590212" sldId="665"/>
            <ac:cxnSpMk id="63" creationId="{0702086B-C336-CB52-548F-2A8D1B8D6188}"/>
          </ac:cxnSpMkLst>
        </pc:cxnChg>
        <pc:cxnChg chg="add mod ord">
          <ac:chgData name="Flood, Michelle" userId="5fab824c-3026-418d-b68b-83a08cf983d3" providerId="ADAL" clId="{98E054D3-88A7-43B7-8A14-346592E4D608}" dt="2026-07-20T04:12:55.173" v="189"/>
          <ac:cxnSpMkLst>
            <pc:docMk/>
            <pc:sldMk cId="3133590212" sldId="665"/>
            <ac:cxnSpMk id="66" creationId="{CA067259-7EF8-3976-3041-448CD6B3153E}"/>
          </ac:cxnSpMkLst>
        </pc:cxnChg>
        <pc:cxnChg chg="add mod ord">
          <ac:chgData name="Flood, Michelle" userId="5fab824c-3026-418d-b68b-83a08cf983d3" providerId="ADAL" clId="{98E054D3-88A7-43B7-8A14-346592E4D608}" dt="2026-07-20T04:12:55.189" v="245"/>
          <ac:cxnSpMkLst>
            <pc:docMk/>
            <pc:sldMk cId="3133590212" sldId="665"/>
            <ac:cxnSpMk id="67" creationId="{A21CD901-2F6B-C040-85BC-8674E785206E}"/>
          </ac:cxnSpMkLst>
        </pc:cxnChg>
        <pc:cxnChg chg="add mod ord">
          <ac:chgData name="Flood, Michelle" userId="5fab824c-3026-418d-b68b-83a08cf983d3" providerId="ADAL" clId="{98E054D3-88A7-43B7-8A14-346592E4D608}" dt="2026-07-20T04:12:55.189" v="243"/>
          <ac:cxnSpMkLst>
            <pc:docMk/>
            <pc:sldMk cId="3133590212" sldId="665"/>
            <ac:cxnSpMk id="68" creationId="{F441E331-B87B-A9A3-C9DF-B6BB40BCD85D}"/>
          </ac:cxnSpMkLst>
        </pc:cxnChg>
        <pc:cxnChg chg="add mod ord">
          <ac:chgData name="Flood, Michelle" userId="5fab824c-3026-418d-b68b-83a08cf983d3" providerId="ADAL" clId="{98E054D3-88A7-43B7-8A14-346592E4D608}" dt="2026-07-20T04:12:55.189" v="245"/>
          <ac:cxnSpMkLst>
            <pc:docMk/>
            <pc:sldMk cId="3133590212" sldId="665"/>
            <ac:cxnSpMk id="69" creationId="{B684F943-B8B1-CBD6-887C-1F271A098085}"/>
          </ac:cxnSpMkLst>
        </pc:cxnChg>
      </pc:sldChg>
      <pc:sldChg chg="del mod modShow">
        <pc:chgData name="Flood, Michelle" userId="5fab824c-3026-418d-b68b-83a08cf983d3" providerId="ADAL" clId="{98E054D3-88A7-43B7-8A14-346592E4D608}" dt="2026-07-20T05:08:16.313" v="684" actId="47"/>
        <pc:sldMkLst>
          <pc:docMk/>
          <pc:sldMk cId="1328673805" sldId="772"/>
        </pc:sldMkLst>
      </pc:sldChg>
      <pc:sldChg chg="del mod modShow">
        <pc:chgData name="Flood, Michelle" userId="5fab824c-3026-418d-b68b-83a08cf983d3" providerId="ADAL" clId="{98E054D3-88A7-43B7-8A14-346592E4D608}" dt="2026-07-20T05:08:33.719" v="685" actId="47"/>
        <pc:sldMkLst>
          <pc:docMk/>
          <pc:sldMk cId="3724221004" sldId="799"/>
        </pc:sldMkLst>
      </pc:sldChg>
      <pc:sldChg chg="modSp mod modShow">
        <pc:chgData name="Flood, Michelle" userId="5fab824c-3026-418d-b68b-83a08cf983d3" providerId="ADAL" clId="{98E054D3-88A7-43B7-8A14-346592E4D608}" dt="2026-07-20T05:03:06.941" v="636" actId="20577"/>
        <pc:sldMkLst>
          <pc:docMk/>
          <pc:sldMk cId="2473262833" sldId="2271"/>
        </pc:sldMkLst>
        <pc:spChg chg="mod">
          <ac:chgData name="Flood, Michelle" userId="5fab824c-3026-418d-b68b-83a08cf983d3" providerId="ADAL" clId="{98E054D3-88A7-43B7-8A14-346592E4D608}" dt="2026-07-20T05:03:06.941" v="636" actId="20577"/>
          <ac:spMkLst>
            <pc:docMk/>
            <pc:sldMk cId="2473262833" sldId="2271"/>
            <ac:spMk id="63" creationId="{BC1D1F6B-548B-4052-A69C-60F3D733EC9A}"/>
          </ac:spMkLst>
        </pc:spChg>
      </pc:sldChg>
      <pc:sldChg chg="addSp modSp mod ord modShow">
        <pc:chgData name="Flood, Michelle" userId="5fab824c-3026-418d-b68b-83a08cf983d3" providerId="ADAL" clId="{98E054D3-88A7-43B7-8A14-346592E4D608}" dt="2026-07-20T05:07:10.512" v="666" actId="20577"/>
        <pc:sldMkLst>
          <pc:docMk/>
          <pc:sldMk cId="779324826" sldId="2294"/>
        </pc:sldMkLst>
        <pc:spChg chg="add mod">
          <ac:chgData name="Flood, Michelle" userId="5fab824c-3026-418d-b68b-83a08cf983d3" providerId="ADAL" clId="{98E054D3-88A7-43B7-8A14-346592E4D608}" dt="2026-07-20T05:07:10.512" v="666" actId="20577"/>
          <ac:spMkLst>
            <pc:docMk/>
            <pc:sldMk cId="779324826" sldId="2294"/>
            <ac:spMk id="3" creationId="{FEDC6735-0368-94E8-D79C-D1186853CA66}"/>
          </ac:spMkLst>
        </pc:spChg>
      </pc:sldChg>
      <pc:sldChg chg="addSp modSp mod ord modShow">
        <pc:chgData name="Flood, Michelle" userId="5fab824c-3026-418d-b68b-83a08cf983d3" providerId="ADAL" clId="{98E054D3-88A7-43B7-8A14-346592E4D608}" dt="2026-07-20T05:07:14.623" v="667"/>
        <pc:sldMkLst>
          <pc:docMk/>
          <pc:sldMk cId="4174723272" sldId="2295"/>
        </pc:sldMkLst>
        <pc:spChg chg="add mod">
          <ac:chgData name="Flood, Michelle" userId="5fab824c-3026-418d-b68b-83a08cf983d3" providerId="ADAL" clId="{98E054D3-88A7-43B7-8A14-346592E4D608}" dt="2026-07-20T05:07:14.623" v="667"/>
          <ac:spMkLst>
            <pc:docMk/>
            <pc:sldMk cId="4174723272" sldId="2295"/>
            <ac:spMk id="17" creationId="{FE4D4B55-8F3C-EBF3-2528-8325E2AB8E7D}"/>
          </ac:spMkLst>
        </pc:spChg>
      </pc:sldChg>
      <pc:sldChg chg="del mod modShow">
        <pc:chgData name="Flood, Michelle" userId="5fab824c-3026-418d-b68b-83a08cf983d3" providerId="ADAL" clId="{98E054D3-88A7-43B7-8A14-346592E4D608}" dt="2026-07-20T05:04:11.960" v="637" actId="47"/>
        <pc:sldMkLst>
          <pc:docMk/>
          <pc:sldMk cId="2101804551" sldId="2296"/>
        </pc:sldMkLst>
      </pc:sldChg>
      <pc:sldChg chg="modSp mod modShow">
        <pc:chgData name="Flood, Michelle" userId="5fab824c-3026-418d-b68b-83a08cf983d3" providerId="ADAL" clId="{98E054D3-88A7-43B7-8A14-346592E4D608}" dt="2026-07-20T05:04:18.091" v="645" actId="20577"/>
        <pc:sldMkLst>
          <pc:docMk/>
          <pc:sldMk cId="2919671432" sldId="2297"/>
        </pc:sldMkLst>
        <pc:spChg chg="mod">
          <ac:chgData name="Flood, Michelle" userId="5fab824c-3026-418d-b68b-83a08cf983d3" providerId="ADAL" clId="{98E054D3-88A7-43B7-8A14-346592E4D608}" dt="2026-07-20T05:04:18.091" v="645" actId="20577"/>
          <ac:spMkLst>
            <pc:docMk/>
            <pc:sldMk cId="2919671432" sldId="2297"/>
            <ac:spMk id="2" creationId="{487265D9-2CEE-4433-A87A-7D099EB9DC20}"/>
          </ac:spMkLst>
        </pc:spChg>
      </pc:sldChg>
      <pc:sldChg chg="del mod modShow">
        <pc:chgData name="Flood, Michelle" userId="5fab824c-3026-418d-b68b-83a08cf983d3" providerId="ADAL" clId="{98E054D3-88A7-43B7-8A14-346592E4D608}" dt="2026-07-20T05:06:06.995" v="655" actId="47"/>
        <pc:sldMkLst>
          <pc:docMk/>
          <pc:sldMk cId="313374733" sldId="11296"/>
        </pc:sldMkLst>
      </pc:sldChg>
      <pc:sldChg chg="modSp mod modShow">
        <pc:chgData name="Flood, Michelle" userId="5fab824c-3026-418d-b68b-83a08cf983d3" providerId="ADAL" clId="{98E054D3-88A7-43B7-8A14-346592E4D608}" dt="2026-07-20T05:09:17.933" v="710" actId="6549"/>
        <pc:sldMkLst>
          <pc:docMk/>
          <pc:sldMk cId="1634246370" sldId="2147376091"/>
        </pc:sldMkLst>
        <pc:spChg chg="mod">
          <ac:chgData name="Flood, Michelle" userId="5fab824c-3026-418d-b68b-83a08cf983d3" providerId="ADAL" clId="{98E054D3-88A7-43B7-8A14-346592E4D608}" dt="2026-07-20T05:09:17.933" v="710" actId="6549"/>
          <ac:spMkLst>
            <pc:docMk/>
            <pc:sldMk cId="1634246370" sldId="2147376091"/>
            <ac:spMk id="62" creationId="{00000000-0000-0000-0000-000000000000}"/>
          </ac:spMkLst>
        </pc:spChg>
      </pc:sldChg>
      <pc:sldChg chg="del mod modShow">
        <pc:chgData name="Flood, Michelle" userId="5fab824c-3026-418d-b68b-83a08cf983d3" providerId="ADAL" clId="{98E054D3-88A7-43B7-8A14-346592E4D608}" dt="2026-07-20T05:05:49.572" v="653" actId="47"/>
        <pc:sldMkLst>
          <pc:docMk/>
          <pc:sldMk cId="3913214295" sldId="2147376873"/>
        </pc:sldMkLst>
      </pc:sldChg>
      <pc:sldChg chg="addSp modSp mod modShow">
        <pc:chgData name="Flood, Michelle" userId="5fab824c-3026-418d-b68b-83a08cf983d3" providerId="ADAL" clId="{98E054D3-88A7-43B7-8A14-346592E4D608}" dt="2026-07-20T05:12:54.914" v="742" actId="6549"/>
        <pc:sldMkLst>
          <pc:docMk/>
          <pc:sldMk cId="2616521724" sldId="2147376888"/>
        </pc:sldMkLst>
        <pc:spChg chg="add mod">
          <ac:chgData name="Flood, Michelle" userId="5fab824c-3026-418d-b68b-83a08cf983d3" providerId="ADAL" clId="{98E054D3-88A7-43B7-8A14-346592E4D608}" dt="2026-07-20T05:07:27.486" v="682" actId="20577"/>
          <ac:spMkLst>
            <pc:docMk/>
            <pc:sldMk cId="2616521724" sldId="2147376888"/>
            <ac:spMk id="6" creationId="{0F711DFE-8ACB-B23A-DC94-DC0C799160CE}"/>
          </ac:spMkLst>
        </pc:spChg>
        <pc:spChg chg="mod">
          <ac:chgData name="Flood, Michelle" userId="5fab824c-3026-418d-b68b-83a08cf983d3" providerId="ADAL" clId="{98E054D3-88A7-43B7-8A14-346592E4D608}" dt="2026-07-20T05:11:19.776" v="732" actId="5793"/>
          <ac:spMkLst>
            <pc:docMk/>
            <pc:sldMk cId="2616521724" sldId="2147376888"/>
            <ac:spMk id="37" creationId="{EB79F69D-1BA6-4736-AC2B-86A112AF5D97}"/>
          </ac:spMkLst>
        </pc:spChg>
        <pc:spChg chg="mod">
          <ac:chgData name="Flood, Michelle" userId="5fab824c-3026-418d-b68b-83a08cf983d3" providerId="ADAL" clId="{98E054D3-88A7-43B7-8A14-346592E4D608}" dt="2026-07-20T05:12:54.914" v="742" actId="6549"/>
          <ac:spMkLst>
            <pc:docMk/>
            <pc:sldMk cId="2616521724" sldId="2147376888"/>
            <ac:spMk id="101" creationId="{84AEF0BA-BE54-47DB-A351-12B5D44D4404}"/>
          </ac:spMkLst>
        </pc:spChg>
      </pc:sldChg>
      <pc:sldChg chg="del mod modShow">
        <pc:chgData name="Flood, Michelle" userId="5fab824c-3026-418d-b68b-83a08cf983d3" providerId="ADAL" clId="{98E054D3-88A7-43B7-8A14-346592E4D608}" dt="2026-07-20T05:08:33.719" v="685" actId="47"/>
        <pc:sldMkLst>
          <pc:docMk/>
          <pc:sldMk cId="3809997668" sldId="2147376891"/>
        </pc:sldMkLst>
      </pc:sldChg>
      <pc:sldChg chg="addSp modSp mod modShow">
        <pc:chgData name="Flood, Michelle" userId="5fab824c-3026-418d-b68b-83a08cf983d3" providerId="ADAL" clId="{98E054D3-88A7-43B7-8A14-346592E4D608}" dt="2026-07-20T05:14:49.106" v="747" actId="1076"/>
        <pc:sldMkLst>
          <pc:docMk/>
          <pc:sldMk cId="2193809872" sldId="2147376894"/>
        </pc:sldMkLst>
        <pc:spChg chg="mod">
          <ac:chgData name="Flood, Michelle" userId="5fab824c-3026-418d-b68b-83a08cf983d3" providerId="ADAL" clId="{98E054D3-88A7-43B7-8A14-346592E4D608}" dt="2026-07-20T05:13:47.197" v="743" actId="6549"/>
          <ac:spMkLst>
            <pc:docMk/>
            <pc:sldMk cId="2193809872" sldId="2147376894"/>
            <ac:spMk id="3" creationId="{2BA34086-62BD-4F17-8CFE-56B56EB39991}"/>
          </ac:spMkLst>
        </pc:spChg>
        <pc:spChg chg="add mod">
          <ac:chgData name="Flood, Michelle" userId="5fab824c-3026-418d-b68b-83a08cf983d3" providerId="ADAL" clId="{98E054D3-88A7-43B7-8A14-346592E4D608}" dt="2026-07-20T05:14:49.106" v="747" actId="1076"/>
          <ac:spMkLst>
            <pc:docMk/>
            <pc:sldMk cId="2193809872" sldId="2147376894"/>
            <ac:spMk id="15" creationId="{7CAF6F70-5965-5CAE-1D2B-9575749432C1}"/>
          </ac:spMkLst>
        </pc:spChg>
        <pc:spChg chg="mod">
          <ac:chgData name="Flood, Michelle" userId="5fab824c-3026-418d-b68b-83a08cf983d3" providerId="ADAL" clId="{98E054D3-88A7-43B7-8A14-346592E4D608}" dt="2026-07-20T05:14:09.402" v="745" actId="6549"/>
          <ac:spMkLst>
            <pc:docMk/>
            <pc:sldMk cId="2193809872" sldId="2147376894"/>
            <ac:spMk id="18" creationId="{BAADFCFA-6429-4E7A-852E-4EBC9AB047A8}"/>
          </ac:spMkLst>
        </pc:spChg>
      </pc:sldChg>
      <pc:sldChg chg="del mod modShow">
        <pc:chgData name="Flood, Michelle" userId="5fab824c-3026-418d-b68b-83a08cf983d3" providerId="ADAL" clId="{98E054D3-88A7-43B7-8A14-346592E4D608}" dt="2026-07-20T05:08:33.719" v="685" actId="47"/>
        <pc:sldMkLst>
          <pc:docMk/>
          <pc:sldMk cId="3868820791" sldId="2147376906"/>
        </pc:sldMkLst>
      </pc:sldChg>
      <pc:sldChg chg="del mod modShow">
        <pc:chgData name="Flood, Michelle" userId="5fab824c-3026-418d-b68b-83a08cf983d3" providerId="ADAL" clId="{98E054D3-88A7-43B7-8A14-346592E4D608}" dt="2026-07-20T05:06:24.247" v="656" actId="47"/>
        <pc:sldMkLst>
          <pc:docMk/>
          <pc:sldMk cId="724108889" sldId="2147483010"/>
        </pc:sldMkLst>
      </pc:sldChg>
      <pc:sldChg chg="del mod modShow">
        <pc:chgData name="Flood, Michelle" userId="5fab824c-3026-418d-b68b-83a08cf983d3" providerId="ADAL" clId="{98E054D3-88A7-43B7-8A14-346592E4D608}" dt="2026-07-20T05:05:44.415" v="652" actId="47"/>
        <pc:sldMkLst>
          <pc:docMk/>
          <pc:sldMk cId="727984044" sldId="2147483015"/>
        </pc:sldMkLst>
      </pc:sldChg>
      <pc:sldChg chg="del mod modShow">
        <pc:chgData name="Flood, Michelle" userId="5fab824c-3026-418d-b68b-83a08cf983d3" providerId="ADAL" clId="{98E054D3-88A7-43B7-8A14-346592E4D608}" dt="2026-07-20T05:08:33.719" v="685" actId="47"/>
        <pc:sldMkLst>
          <pc:docMk/>
          <pc:sldMk cId="2712459793" sldId="2147483016"/>
        </pc:sldMkLst>
      </pc:sldChg>
      <pc:sldChg chg="mod ord modShow">
        <pc:chgData name="Flood, Michelle" userId="5fab824c-3026-418d-b68b-83a08cf983d3" providerId="ADAL" clId="{98E054D3-88A7-43B7-8A14-346592E4D608}" dt="2026-07-20T05:05:39.565" v="651"/>
        <pc:sldMkLst>
          <pc:docMk/>
          <pc:sldMk cId="2324786058" sldId="2147483020"/>
        </pc:sldMkLst>
      </pc:sldChg>
      <pc:sldChg chg="mod modShow">
        <pc:chgData name="Flood, Michelle" userId="5fab824c-3026-418d-b68b-83a08cf983d3" providerId="ADAL" clId="{98E054D3-88A7-43B7-8A14-346592E4D608}" dt="2026-07-20T03:07:42.100" v="32" actId="729"/>
        <pc:sldMkLst>
          <pc:docMk/>
          <pc:sldMk cId="2776862655" sldId="2147483021"/>
        </pc:sldMkLst>
      </pc:sldChg>
      <pc:sldChg chg="del mod modShow">
        <pc:chgData name="Flood, Michelle" userId="5fab824c-3026-418d-b68b-83a08cf983d3" providerId="ADAL" clId="{98E054D3-88A7-43B7-8A14-346592E4D608}" dt="2026-07-20T05:07:37.774" v="683" actId="47"/>
        <pc:sldMkLst>
          <pc:docMk/>
          <pc:sldMk cId="2461714772" sldId="2147483167"/>
        </pc:sldMkLst>
      </pc:sldChg>
      <pc:sldChg chg="del mod modShow">
        <pc:chgData name="Flood, Michelle" userId="5fab824c-3026-418d-b68b-83a08cf983d3" providerId="ADAL" clId="{98E054D3-88A7-43B7-8A14-346592E4D608}" dt="2026-07-20T05:05:15.088" v="648" actId="47"/>
        <pc:sldMkLst>
          <pc:docMk/>
          <pc:sldMk cId="2395351848" sldId="2147483169"/>
        </pc:sldMkLst>
      </pc:sldChg>
      <pc:sldMasterChg chg="del delSldLayout">
        <pc:chgData name="Flood, Michelle" userId="5fab824c-3026-418d-b68b-83a08cf983d3" providerId="ADAL" clId="{98E054D3-88A7-43B7-8A14-346592E4D608}" dt="2026-07-20T05:08:33.719" v="685" actId="47"/>
        <pc:sldMasterMkLst>
          <pc:docMk/>
          <pc:sldMasterMk cId="1939871538" sldId="2147483664"/>
        </pc:sldMasterMkLst>
        <pc:sldLayoutChg chg="del">
          <pc:chgData name="Flood, Michelle" userId="5fab824c-3026-418d-b68b-83a08cf983d3" providerId="ADAL" clId="{98E054D3-88A7-43B7-8A14-346592E4D608}" dt="2026-07-20T05:08:33.719" v="685" actId="47"/>
          <pc:sldLayoutMkLst>
            <pc:docMk/>
            <pc:sldMasterMk cId="1939871538" sldId="2147483664"/>
            <pc:sldLayoutMk cId="4080535037" sldId="2147483665"/>
          </pc:sldLayoutMkLst>
        </pc:sldLayoutChg>
        <pc:sldLayoutChg chg="del">
          <pc:chgData name="Flood, Michelle" userId="5fab824c-3026-418d-b68b-83a08cf983d3" providerId="ADAL" clId="{98E054D3-88A7-43B7-8A14-346592E4D608}" dt="2026-07-20T05:08:33.719" v="685" actId="47"/>
          <pc:sldLayoutMkLst>
            <pc:docMk/>
            <pc:sldMasterMk cId="1939871538" sldId="2147483664"/>
            <pc:sldLayoutMk cId="2043999573" sldId="2147483666"/>
          </pc:sldLayoutMkLst>
        </pc:sldLayoutChg>
        <pc:sldLayoutChg chg="del">
          <pc:chgData name="Flood, Michelle" userId="5fab824c-3026-418d-b68b-83a08cf983d3" providerId="ADAL" clId="{98E054D3-88A7-43B7-8A14-346592E4D608}" dt="2026-07-20T05:08:33.719" v="685" actId="47"/>
          <pc:sldLayoutMkLst>
            <pc:docMk/>
            <pc:sldMasterMk cId="1939871538" sldId="2147483664"/>
            <pc:sldLayoutMk cId="1559350441" sldId="2147483667"/>
          </pc:sldLayoutMkLst>
        </pc:sldLayoutChg>
        <pc:sldLayoutChg chg="del">
          <pc:chgData name="Flood, Michelle" userId="5fab824c-3026-418d-b68b-83a08cf983d3" providerId="ADAL" clId="{98E054D3-88A7-43B7-8A14-346592E4D608}" dt="2026-07-20T05:08:33.719" v="685" actId="47"/>
          <pc:sldLayoutMkLst>
            <pc:docMk/>
            <pc:sldMasterMk cId="1939871538" sldId="2147483664"/>
            <pc:sldLayoutMk cId="4058181378" sldId="2147483668"/>
          </pc:sldLayoutMkLst>
        </pc:sldLayoutChg>
      </pc:sldMasterChg>
      <pc:sldMasterChg chg="del delSldLayout">
        <pc:chgData name="Flood, Michelle" userId="5fab824c-3026-418d-b68b-83a08cf983d3" providerId="ADAL" clId="{98E054D3-88A7-43B7-8A14-346592E4D608}" dt="2026-07-20T05:06:24.247" v="656" actId="47"/>
        <pc:sldMasterMkLst>
          <pc:docMk/>
          <pc:sldMasterMk cId="1999927575" sldId="2147483674"/>
        </pc:sldMasterMkLst>
        <pc:sldLayoutChg chg="del">
          <pc:chgData name="Flood, Michelle" userId="5fab824c-3026-418d-b68b-83a08cf983d3" providerId="ADAL" clId="{98E054D3-88A7-43B7-8A14-346592E4D608}" dt="2026-07-20T05:06:24.247" v="656" actId="47"/>
          <pc:sldLayoutMkLst>
            <pc:docMk/>
            <pc:sldMasterMk cId="1999927575" sldId="2147483674"/>
            <pc:sldLayoutMk cId="2625185928" sldId="2147483675"/>
          </pc:sldLayoutMkLst>
        </pc:sldLayoutChg>
        <pc:sldLayoutChg chg="del">
          <pc:chgData name="Flood, Michelle" userId="5fab824c-3026-418d-b68b-83a08cf983d3" providerId="ADAL" clId="{98E054D3-88A7-43B7-8A14-346592E4D608}" dt="2026-07-20T05:06:24.247" v="656" actId="47"/>
          <pc:sldLayoutMkLst>
            <pc:docMk/>
            <pc:sldMasterMk cId="1999927575" sldId="2147483674"/>
            <pc:sldLayoutMk cId="3020704592" sldId="2147483676"/>
          </pc:sldLayoutMkLst>
        </pc:sldLayoutChg>
        <pc:sldLayoutChg chg="del">
          <pc:chgData name="Flood, Michelle" userId="5fab824c-3026-418d-b68b-83a08cf983d3" providerId="ADAL" clId="{98E054D3-88A7-43B7-8A14-346592E4D608}" dt="2026-07-20T05:06:24.247" v="656" actId="47"/>
          <pc:sldLayoutMkLst>
            <pc:docMk/>
            <pc:sldMasterMk cId="1999927575" sldId="2147483674"/>
            <pc:sldLayoutMk cId="3002534392" sldId="2147483677"/>
          </pc:sldLayoutMkLst>
        </pc:sldLayoutChg>
        <pc:sldLayoutChg chg="del">
          <pc:chgData name="Flood, Michelle" userId="5fab824c-3026-418d-b68b-83a08cf983d3" providerId="ADAL" clId="{98E054D3-88A7-43B7-8A14-346592E4D608}" dt="2026-07-20T05:06:24.247" v="656" actId="47"/>
          <pc:sldLayoutMkLst>
            <pc:docMk/>
            <pc:sldMasterMk cId="1999927575" sldId="2147483674"/>
            <pc:sldLayoutMk cId="4025013122" sldId="2147483678"/>
          </pc:sldLayoutMkLst>
        </pc:sldLayoutChg>
      </pc:sldMasterChg>
      <pc:sldMasterChg chg="del delSldLayout">
        <pc:chgData name="Flood, Michelle" userId="5fab824c-3026-418d-b68b-83a08cf983d3" providerId="ADAL" clId="{98E054D3-88A7-43B7-8A14-346592E4D608}" dt="2026-07-20T05:08:33.719" v="685" actId="47"/>
        <pc:sldMasterMkLst>
          <pc:docMk/>
          <pc:sldMasterMk cId="2009021752" sldId="2147483679"/>
        </pc:sldMasterMkLst>
        <pc:sldLayoutChg chg="del">
          <pc:chgData name="Flood, Michelle" userId="5fab824c-3026-418d-b68b-83a08cf983d3" providerId="ADAL" clId="{98E054D3-88A7-43B7-8A14-346592E4D608}" dt="2026-07-20T05:08:33.719" v="685" actId="47"/>
          <pc:sldLayoutMkLst>
            <pc:docMk/>
            <pc:sldMasterMk cId="2009021752" sldId="2147483679"/>
            <pc:sldLayoutMk cId="636024752" sldId="2147483680"/>
          </pc:sldLayoutMkLst>
        </pc:sldLayoutChg>
        <pc:sldLayoutChg chg="del">
          <pc:chgData name="Flood, Michelle" userId="5fab824c-3026-418d-b68b-83a08cf983d3" providerId="ADAL" clId="{98E054D3-88A7-43B7-8A14-346592E4D608}" dt="2026-07-20T05:08:33.719" v="685" actId="47"/>
          <pc:sldLayoutMkLst>
            <pc:docMk/>
            <pc:sldMasterMk cId="2009021752" sldId="2147483679"/>
            <pc:sldLayoutMk cId="3634780487" sldId="2147483681"/>
          </pc:sldLayoutMkLst>
        </pc:sldLayoutChg>
        <pc:sldLayoutChg chg="del">
          <pc:chgData name="Flood, Michelle" userId="5fab824c-3026-418d-b68b-83a08cf983d3" providerId="ADAL" clId="{98E054D3-88A7-43B7-8A14-346592E4D608}" dt="2026-07-20T05:08:33.719" v="685" actId="47"/>
          <pc:sldLayoutMkLst>
            <pc:docMk/>
            <pc:sldMasterMk cId="2009021752" sldId="2147483679"/>
            <pc:sldLayoutMk cId="2019952380" sldId="2147483682"/>
          </pc:sldLayoutMkLst>
        </pc:sldLayoutChg>
        <pc:sldLayoutChg chg="del">
          <pc:chgData name="Flood, Michelle" userId="5fab824c-3026-418d-b68b-83a08cf983d3" providerId="ADAL" clId="{98E054D3-88A7-43B7-8A14-346592E4D608}" dt="2026-07-20T05:08:33.719" v="685" actId="47"/>
          <pc:sldLayoutMkLst>
            <pc:docMk/>
            <pc:sldMasterMk cId="2009021752" sldId="2147483679"/>
            <pc:sldLayoutMk cId="4212253126" sldId="214748368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DE6C5-F033-444C-BB5B-09973678DBA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15F66-AC95-4190-9E6F-03198EDE5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66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177800" marR="0" lvl="0" indent="-17780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fld id="{885D9700-4D1D-41ED-B58F-5A025D73444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177800" marR="0" lvl="0" indent="-17780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5112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177800" marR="0" lvl="0" indent="-17780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fld id="{885D9700-4D1D-41ED-B58F-5A025D73444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177800" marR="0" lvl="0" indent="-17780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4901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177800" marR="0" lvl="0" indent="-17780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fld id="{885D9700-4D1D-41ED-B58F-5A025D73444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177800" marR="0" lvl="0" indent="-17780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8218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600" b="1" cap="all" spc="300" baseline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/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</p:nvPr>
        </p:nvSpPr>
        <p:spPr>
          <a:xfrm>
            <a:off x="8617039" y="3364443"/>
            <a:ext cx="3239999" cy="139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Disclaime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34965" y="2420938"/>
            <a:ext cx="11522075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add subtitle/contacts/date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334964" y="1268413"/>
            <a:ext cx="11522075" cy="900112"/>
          </a:xfrm>
        </p:spPr>
        <p:txBody>
          <a:bodyPr anchor="b"/>
          <a:lstStyle>
            <a:lvl1pPr algn="l">
              <a:spcBef>
                <a:spcPts val="0"/>
              </a:spcBef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12046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4292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/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23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3" userDrawn="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44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600" b="1" cap="all" spc="300" baseline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/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</p:nvPr>
        </p:nvSpPr>
        <p:spPr>
          <a:xfrm>
            <a:off x="8617039" y="3364443"/>
            <a:ext cx="3239999" cy="139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Disclaime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34965" y="2420938"/>
            <a:ext cx="11522075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add subtitle/contacts/date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334964" y="1268413"/>
            <a:ext cx="11522075" cy="900112"/>
          </a:xfrm>
        </p:spPr>
        <p:txBody>
          <a:bodyPr anchor="b"/>
          <a:lstStyle>
            <a:lvl1pPr algn="l">
              <a:spcBef>
                <a:spcPts val="0"/>
              </a:spcBef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1590273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7478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/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199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3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931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ags" Target="../tags/tag3.xml"/><Relationship Id="rId5" Type="http://schemas.openxmlformats.org/officeDocument/2006/relationships/theme" Target="../theme/theme2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949F73F-40C4-459A-87F2-5B4A916D8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3945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06" imgH="608" progId="TCLayout.ActiveDocument.1">
                  <p:embed/>
                </p:oleObj>
              </mc:Choice>
              <mc:Fallback>
                <p:oleObj name="think-cell Slide" r:id="rId7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49F73F-40C4-459A-87F2-5B4A916D8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/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US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--&gt;&lt;/BTFP&gt;</a:t>
            </a:r>
          </a:p>
        </p:txBody>
      </p:sp>
      <p:sp>
        <p:nvSpPr>
          <p:cNvPr id="19" name="SlideNumber"/>
          <p:cNvSpPr/>
          <p:nvPr userDrawn="1"/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2" name="BainLogo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/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Template Case Kick-off Deck</a:t>
            </a:r>
          </a:p>
        </p:txBody>
      </p:sp>
      <p:sp>
        <p:nvSpPr>
          <p:cNvPr id="7" name="OfficeCode"/>
          <p:cNvSpPr/>
          <p:nvPr userDrawn="1"/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DBS</a:t>
            </a:r>
          </a:p>
        </p:txBody>
      </p:sp>
      <p:pic>
        <p:nvPicPr>
          <p:cNvPr id="14" name="Disclaimer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/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334435" y="1268413"/>
            <a:ext cx="11522603" cy="5292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TitleSeparatorLine"/>
          <p:cNvCxnSpPr/>
          <p:nvPr userDrawn="1"/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979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3" r:id="rId3"/>
    <p:sldLayoutId id="2147483655" r:id="rId4"/>
  </p:sldLayoutIdLst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 userDrawn="1">
          <p15:clr>
            <a:srgbClr val="D1D1D1"/>
          </p15:clr>
        </p15:guide>
        <p15:guide id="4" orient="horz" pos="799" userDrawn="1">
          <p15:clr>
            <a:srgbClr val="D1D1D1"/>
          </p15:clr>
        </p15:guide>
        <p15:guide id="7" orient="horz" pos="4133" userDrawn="1">
          <p15:clr>
            <a:srgbClr val="D1D1D1"/>
          </p15:clr>
        </p15:guide>
        <p15:guide id="8" pos="208" userDrawn="1">
          <p15:clr>
            <a:srgbClr val="CCCCCC"/>
          </p15:clr>
        </p15:guide>
        <p15:guide id="9" pos="7472" userDrawn="1">
          <p15:clr>
            <a:srgbClr val="CCCCC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EC98B6A-4553-6A98-928A-73743F2C00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0869532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60" imgH="360" progId="TCLayout.ActiveDocument.1">
                  <p:embed/>
                </p:oleObj>
              </mc:Choice>
              <mc:Fallback>
                <p:oleObj name="think-cell Slide" r:id="rId7" imgW="360" imgH="36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C98B6A-4553-6A98-928A-73743F2C00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/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US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332E342220747970653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--&gt;&lt;/BTFP&gt;</a:t>
            </a:r>
          </a:p>
        </p:txBody>
      </p:sp>
      <p:sp>
        <p:nvSpPr>
          <p:cNvPr id="19" name="SlideNumber"/>
          <p:cNvSpPr/>
          <p:nvPr userDrawn="1"/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2" name="BainLogo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/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ATL SMAP Team Expectation reso ...</a:t>
            </a:r>
          </a:p>
        </p:txBody>
      </p:sp>
      <p:sp>
        <p:nvSpPr>
          <p:cNvPr id="7" name="OfficeCode"/>
          <p:cNvSpPr/>
          <p:nvPr userDrawn="1"/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ATL</a:t>
            </a:r>
          </a:p>
        </p:txBody>
      </p:sp>
      <p:pic>
        <p:nvPicPr>
          <p:cNvPr id="14" name="Disclaimer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/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334435" y="1268413"/>
            <a:ext cx="11522603" cy="5292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TitleSeparatorLine"/>
          <p:cNvCxnSpPr/>
          <p:nvPr userDrawn="1"/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377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</p:sldLayoutIdLst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>
          <p15:clr>
            <a:srgbClr val="D1D1D1"/>
          </p15:clr>
        </p15:guide>
        <p15:guide id="2" pos="211">
          <p15:clr>
            <a:srgbClr val="D1D1D1"/>
          </p15:clr>
        </p15:guide>
        <p15:guide id="4" orient="horz" pos="799">
          <p15:clr>
            <a:srgbClr val="D1D1D1"/>
          </p15:clr>
        </p15:guide>
        <p15:guide id="7" orient="horz" pos="4133">
          <p15:clr>
            <a:srgbClr val="D1D1D1"/>
          </p15:clr>
        </p15:guide>
        <p15:guide id="8" pos="7469">
          <p15:clr>
            <a:srgbClr val="D1D1D1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oleObject" Target="../embeddings/oleObject4.bin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18" Type="http://schemas.openxmlformats.org/officeDocument/2006/relationships/tags" Target="../tags/tag33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tags" Target="../tags/tag32.xml"/><Relationship Id="rId2" Type="http://schemas.openxmlformats.org/officeDocument/2006/relationships/tags" Target="../tags/tag17.xml"/><Relationship Id="rId16" Type="http://schemas.openxmlformats.org/officeDocument/2006/relationships/tags" Target="../tags/tag31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10" Type="http://schemas.openxmlformats.org/officeDocument/2006/relationships/tags" Target="../tags/tag25.xml"/><Relationship Id="rId19" Type="http://schemas.openxmlformats.org/officeDocument/2006/relationships/tags" Target="../tags/tag34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image" Target="../media/image6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bvu.bain.com/learning/module.aspx?id=466f6f46-6967-6874-6572-735945531327&amp;title=MBTI:%20Introduction&amp;searchPhrase=mbti" TargetMode="External"/><Relationship Id="rId3" Type="http://schemas.openxmlformats.org/officeDocument/2006/relationships/tags" Target="../tags/tag42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8.xml"/><Relationship Id="rId21" Type="http://schemas.openxmlformats.org/officeDocument/2006/relationships/image" Target="../media/image9.emf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tags" Target="../tags/tag62.xml"/><Relationship Id="rId2" Type="http://schemas.openxmlformats.org/officeDocument/2006/relationships/tags" Target="../tags/tag47.xml"/><Relationship Id="rId16" Type="http://schemas.openxmlformats.org/officeDocument/2006/relationships/tags" Target="../tags/tag61.xml"/><Relationship Id="rId20" Type="http://schemas.openxmlformats.org/officeDocument/2006/relationships/image" Target="../media/image8.emf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23" Type="http://schemas.openxmlformats.org/officeDocument/2006/relationships/image" Target="../media/image11.emf"/><Relationship Id="rId10" Type="http://schemas.openxmlformats.org/officeDocument/2006/relationships/tags" Target="../tags/tag55.xml"/><Relationship Id="rId19" Type="http://schemas.openxmlformats.org/officeDocument/2006/relationships/image" Target="../media/image7.emf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Relationship Id="rId22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image" Target="../media/image12.jpeg"/><Relationship Id="rId5" Type="http://schemas.openxmlformats.org/officeDocument/2006/relationships/tags" Target="../tags/tag6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9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tags" Target="../tags/tag83.xml"/><Relationship Id="rId2" Type="http://schemas.openxmlformats.org/officeDocument/2006/relationships/tags" Target="../tags/tag73.xml"/><Relationship Id="rId16" Type="http://schemas.openxmlformats.org/officeDocument/2006/relationships/image" Target="../media/image12.jpeg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tags" Target="../tags/tag82.xml"/><Relationship Id="rId5" Type="http://schemas.openxmlformats.org/officeDocument/2006/relationships/tags" Target="../tags/tag76.xml"/><Relationship Id="rId15" Type="http://schemas.openxmlformats.org/officeDocument/2006/relationships/image" Target="../media/image1.emf"/><Relationship Id="rId10" Type="http://schemas.openxmlformats.org/officeDocument/2006/relationships/tags" Target="../tags/tag81.xml"/><Relationship Id="rId4" Type="http://schemas.openxmlformats.org/officeDocument/2006/relationships/tags" Target="../tags/tag75.xml"/><Relationship Id="rId9" Type="http://schemas.openxmlformats.org/officeDocument/2006/relationships/tags" Target="../tags/tag80.xml"/><Relationship Id="rId1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notesSlide" Target="../notesSlides/notesSlide2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tags" Target="../tags/tag97.xml"/><Relationship Id="rId5" Type="http://schemas.openxmlformats.org/officeDocument/2006/relationships/tags" Target="../tags/tag91.xml"/><Relationship Id="rId15" Type="http://schemas.openxmlformats.org/officeDocument/2006/relationships/image" Target="../media/image1.emf"/><Relationship Id="rId10" Type="http://schemas.openxmlformats.org/officeDocument/2006/relationships/tags" Target="../tags/tag96.xml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5" Type="http://schemas.openxmlformats.org/officeDocument/2006/relationships/tags" Target="../tags/tag102.xml"/><Relationship Id="rId15" Type="http://schemas.openxmlformats.org/officeDocument/2006/relationships/image" Target="../media/image1.emf"/><Relationship Id="rId10" Type="http://schemas.openxmlformats.org/officeDocument/2006/relationships/tags" Target="../tags/tag107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0" Type="http://schemas.openxmlformats.org/officeDocument/2006/relationships/tags" Target="../tags/tag13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E615D888-5F10-1EE6-2F15-B0825EAF4B4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056600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606" imgH="608" progId="TCLayout.ActiveDocument.1">
                  <p:embed/>
                </p:oleObj>
              </mc:Choice>
              <mc:Fallback>
                <p:oleObj name="think-cell Slide" r:id="rId4" imgW="606" imgH="608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615D888-5F10-1EE6-2F15-B0825EAF4B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btfpColumnIndicatorGroup2">
            <a:extLst>
              <a:ext uri="{FF2B5EF4-FFF2-40B4-BE49-F238E27FC236}">
                <a16:creationId xmlns:a16="http://schemas.microsoft.com/office/drawing/2014/main" id="{8FCA1A0F-79FF-0451-4E68-BFC8C2B727A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2" name="btfpColumnGapBlocker215171">
              <a:extLst>
                <a:ext uri="{FF2B5EF4-FFF2-40B4-BE49-F238E27FC236}">
                  <a16:creationId xmlns:a16="http://schemas.microsoft.com/office/drawing/2014/main" id="{0F9DD47E-C1CD-796D-2379-C05C7FDB1867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0" name="btfpColumnGapBlocker739722">
              <a:extLst>
                <a:ext uri="{FF2B5EF4-FFF2-40B4-BE49-F238E27FC236}">
                  <a16:creationId xmlns:a16="http://schemas.microsoft.com/office/drawing/2014/main" id="{21A65BDC-EF32-345D-24AE-678A4BF1A4DB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" name="btfpColumnIndicator995971">
              <a:extLst>
                <a:ext uri="{FF2B5EF4-FFF2-40B4-BE49-F238E27FC236}">
                  <a16:creationId xmlns:a16="http://schemas.microsoft.com/office/drawing/2014/main" id="{1AAD6F30-9955-493B-C0A0-33490821A4B5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btfpColumnIndicator612018">
              <a:extLst>
                <a:ext uri="{FF2B5EF4-FFF2-40B4-BE49-F238E27FC236}">
                  <a16:creationId xmlns:a16="http://schemas.microsoft.com/office/drawing/2014/main" id="{18F8B043-DC35-2FCB-CC20-C49C86FA2B61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btfpColumnIndicatorGroup1">
            <a:extLst>
              <a:ext uri="{FF2B5EF4-FFF2-40B4-BE49-F238E27FC236}">
                <a16:creationId xmlns:a16="http://schemas.microsoft.com/office/drawing/2014/main" id="{0F094D60-60A9-5201-1A52-3A755BE0CF8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1" name="btfpColumnGapBlocker587443">
              <a:extLst>
                <a:ext uri="{FF2B5EF4-FFF2-40B4-BE49-F238E27FC236}">
                  <a16:creationId xmlns:a16="http://schemas.microsoft.com/office/drawing/2014/main" id="{EB9D36FE-8783-D171-BDA3-38611CC783FD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9" name="btfpColumnGapBlocker946380">
              <a:extLst>
                <a:ext uri="{FF2B5EF4-FFF2-40B4-BE49-F238E27FC236}">
                  <a16:creationId xmlns:a16="http://schemas.microsoft.com/office/drawing/2014/main" id="{8A3C9083-8B9F-10EC-0A44-740D9AC0B0D6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" name="btfpColumnIndicator180887">
              <a:extLst>
                <a:ext uri="{FF2B5EF4-FFF2-40B4-BE49-F238E27FC236}">
                  <a16:creationId xmlns:a16="http://schemas.microsoft.com/office/drawing/2014/main" id="{374FAD8C-4A4B-248C-23F1-C9089A6EA196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634387">
              <a:extLst>
                <a:ext uri="{FF2B5EF4-FFF2-40B4-BE49-F238E27FC236}">
                  <a16:creationId xmlns:a16="http://schemas.microsoft.com/office/drawing/2014/main" id="{70490A8D-BCE5-6756-8DBA-7F91404F2C86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AE8EC382-84EF-763B-DCBD-03D2718B2A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July 2026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66D0C0-0ABF-618E-AA47-F3BE313617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/>
              <a:t>IO 3.0 Kick-off Deck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9305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0E2B7166-A38F-B576-65D0-E2EBCFAC924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594664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606" imgH="608" progId="TCLayout.ActiveDocument.1">
                  <p:embed/>
                </p:oleObj>
              </mc:Choice>
              <mc:Fallback>
                <p:oleObj name="think-cell Slide" r:id="rId13" imgW="606" imgH="608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2B7166-A38F-B576-65D0-E2EBCFAC92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" name="btfpColumnIndicatorGroup2">
            <a:extLst>
              <a:ext uri="{FF2B5EF4-FFF2-40B4-BE49-F238E27FC236}">
                <a16:creationId xmlns:a16="http://schemas.microsoft.com/office/drawing/2014/main" id="{B7B4DB91-0913-4935-BC8B-C62FE662F22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60" name="btfpColumnGapBlocker495361">
              <a:extLst>
                <a:ext uri="{FF2B5EF4-FFF2-40B4-BE49-F238E27FC236}">
                  <a16:creationId xmlns:a16="http://schemas.microsoft.com/office/drawing/2014/main" id="{007467E4-2668-4DCC-BDFA-5728AEB60B0E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5" name="btfpColumnGapBlocker735702">
              <a:extLst>
                <a:ext uri="{FF2B5EF4-FFF2-40B4-BE49-F238E27FC236}">
                  <a16:creationId xmlns:a16="http://schemas.microsoft.com/office/drawing/2014/main" id="{FC8A3694-0977-4C84-8AC5-073F8529B514}"/>
                </a:ext>
              </a:extLst>
            </p:cNvPr>
            <p:cNvSpPr/>
            <p:nvPr/>
          </p:nvSpPr>
          <p:spPr bwMode="gray">
            <a:xfrm>
              <a:off x="9447371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3" name="btfpColumnIndicator904672">
              <a:extLst>
                <a:ext uri="{FF2B5EF4-FFF2-40B4-BE49-F238E27FC236}">
                  <a16:creationId xmlns:a16="http://schemas.microsoft.com/office/drawing/2014/main" id="{6DF60A72-1401-40E4-A1E5-0157E8C1F4FF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btfpColumnIndicator419227">
              <a:extLst>
                <a:ext uri="{FF2B5EF4-FFF2-40B4-BE49-F238E27FC236}">
                  <a16:creationId xmlns:a16="http://schemas.microsoft.com/office/drawing/2014/main" id="{869D77A9-90AB-4C00-86A9-E739467C3E1B}"/>
                </a:ext>
              </a:extLst>
            </p:cNvPr>
            <p:cNvCxnSpPr/>
            <p:nvPr/>
          </p:nvCxnSpPr>
          <p:spPr bwMode="gray">
            <a:xfrm flipV="1">
              <a:off x="9987915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btfpColumnGapBlocker207864">
              <a:extLst>
                <a:ext uri="{FF2B5EF4-FFF2-40B4-BE49-F238E27FC236}">
                  <a16:creationId xmlns:a16="http://schemas.microsoft.com/office/drawing/2014/main" id="{D96B7547-344A-45E8-A6CD-E096F4966739}"/>
                </a:ext>
              </a:extLst>
            </p:cNvPr>
            <p:cNvSpPr/>
            <p:nvPr/>
          </p:nvSpPr>
          <p:spPr bwMode="gray">
            <a:xfrm>
              <a:off x="7032943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7" name="btfpColumnIndicator769383">
              <a:extLst>
                <a:ext uri="{FF2B5EF4-FFF2-40B4-BE49-F238E27FC236}">
                  <a16:creationId xmlns:a16="http://schemas.microsoft.com/office/drawing/2014/main" id="{B5DD6AD3-EA85-4776-A4C4-F657C2E410FE}"/>
                </a:ext>
              </a:extLst>
            </p:cNvPr>
            <p:cNvCxnSpPr/>
            <p:nvPr/>
          </p:nvCxnSpPr>
          <p:spPr bwMode="gray">
            <a:xfrm flipV="1">
              <a:off x="944737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btfpColumnIndicator850226">
              <a:extLst>
                <a:ext uri="{FF2B5EF4-FFF2-40B4-BE49-F238E27FC236}">
                  <a16:creationId xmlns:a16="http://schemas.microsoft.com/office/drawing/2014/main" id="{5A27A721-8BC6-4CE4-8BB9-4F6E64FF5B84}"/>
                </a:ext>
              </a:extLst>
            </p:cNvPr>
            <p:cNvCxnSpPr/>
            <p:nvPr/>
          </p:nvCxnSpPr>
          <p:spPr bwMode="gray">
            <a:xfrm flipV="1">
              <a:off x="7573487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btfpColumnGapBlocker136299">
              <a:extLst>
                <a:ext uri="{FF2B5EF4-FFF2-40B4-BE49-F238E27FC236}">
                  <a16:creationId xmlns:a16="http://schemas.microsoft.com/office/drawing/2014/main" id="{FB81882D-5A4F-4904-A92C-1919F1E577D6}"/>
                </a:ext>
              </a:extLst>
            </p:cNvPr>
            <p:cNvSpPr/>
            <p:nvPr/>
          </p:nvSpPr>
          <p:spPr bwMode="gray">
            <a:xfrm>
              <a:off x="461851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29" name="btfpColumnIndicator525021">
              <a:extLst>
                <a:ext uri="{FF2B5EF4-FFF2-40B4-BE49-F238E27FC236}">
                  <a16:creationId xmlns:a16="http://schemas.microsoft.com/office/drawing/2014/main" id="{0BB9152E-19EE-4B3F-9A16-D9F53B034DD4}"/>
                </a:ext>
              </a:extLst>
            </p:cNvPr>
            <p:cNvCxnSpPr/>
            <p:nvPr/>
          </p:nvCxnSpPr>
          <p:spPr bwMode="gray">
            <a:xfrm flipV="1">
              <a:off x="7032943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203287">
              <a:extLst>
                <a:ext uri="{FF2B5EF4-FFF2-40B4-BE49-F238E27FC236}">
                  <a16:creationId xmlns:a16="http://schemas.microsoft.com/office/drawing/2014/main" id="{935EB73E-A1B9-4B8C-BC49-D7A27C4F56AE}"/>
                </a:ext>
              </a:extLst>
            </p:cNvPr>
            <p:cNvCxnSpPr/>
            <p:nvPr/>
          </p:nvCxnSpPr>
          <p:spPr bwMode="gray">
            <a:xfrm flipV="1">
              <a:off x="515905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btfpColumnGapBlocker366154">
              <a:extLst>
                <a:ext uri="{FF2B5EF4-FFF2-40B4-BE49-F238E27FC236}">
                  <a16:creationId xmlns:a16="http://schemas.microsoft.com/office/drawing/2014/main" id="{DAE72615-7099-48C1-BC1B-36085C2A9929}"/>
                </a:ext>
              </a:extLst>
            </p:cNvPr>
            <p:cNvSpPr/>
            <p:nvPr/>
          </p:nvSpPr>
          <p:spPr bwMode="gray">
            <a:xfrm>
              <a:off x="2204085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btfpColumnIndicator775969">
              <a:extLst>
                <a:ext uri="{FF2B5EF4-FFF2-40B4-BE49-F238E27FC236}">
                  <a16:creationId xmlns:a16="http://schemas.microsoft.com/office/drawing/2014/main" id="{928C7FCB-1D33-4D85-8D86-07AD548D004A}"/>
                </a:ext>
              </a:extLst>
            </p:cNvPr>
            <p:cNvCxnSpPr/>
            <p:nvPr/>
          </p:nvCxnSpPr>
          <p:spPr bwMode="gray">
            <a:xfrm flipV="1">
              <a:off x="461851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652819">
              <a:extLst>
                <a:ext uri="{FF2B5EF4-FFF2-40B4-BE49-F238E27FC236}">
                  <a16:creationId xmlns:a16="http://schemas.microsoft.com/office/drawing/2014/main" id="{55E03A21-916E-4033-B5A7-7186984327F3}"/>
                </a:ext>
              </a:extLst>
            </p:cNvPr>
            <p:cNvCxnSpPr/>
            <p:nvPr/>
          </p:nvCxnSpPr>
          <p:spPr bwMode="gray">
            <a:xfrm flipV="1">
              <a:off x="2744629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btfpColumnGapBlocker532988">
              <a:extLst>
                <a:ext uri="{FF2B5EF4-FFF2-40B4-BE49-F238E27FC236}">
                  <a16:creationId xmlns:a16="http://schemas.microsoft.com/office/drawing/2014/main" id="{8D65006E-2BB0-4065-9111-AB1C7A8F1B58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7" name="btfpColumnIndicator433013">
              <a:extLst>
                <a:ext uri="{FF2B5EF4-FFF2-40B4-BE49-F238E27FC236}">
                  <a16:creationId xmlns:a16="http://schemas.microsoft.com/office/drawing/2014/main" id="{84989EC1-CDF6-43EF-B3AE-AE5D409A6EA2}"/>
                </a:ext>
              </a:extLst>
            </p:cNvPr>
            <p:cNvCxnSpPr/>
            <p:nvPr/>
          </p:nvCxnSpPr>
          <p:spPr bwMode="gray">
            <a:xfrm flipV="1">
              <a:off x="2204085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191586">
              <a:extLst>
                <a:ext uri="{FF2B5EF4-FFF2-40B4-BE49-F238E27FC236}">
                  <a16:creationId xmlns:a16="http://schemas.microsoft.com/office/drawing/2014/main" id="{D5D697AE-8A24-42FB-BEEF-9A40FD07B506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btfpColumnIndicatorGroup1">
            <a:extLst>
              <a:ext uri="{FF2B5EF4-FFF2-40B4-BE49-F238E27FC236}">
                <a16:creationId xmlns:a16="http://schemas.microsoft.com/office/drawing/2014/main" id="{A51FF7DD-810E-4E7F-BCDC-53FB1E63B06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56" name="btfpColumnGapBlocker133395">
              <a:extLst>
                <a:ext uri="{FF2B5EF4-FFF2-40B4-BE49-F238E27FC236}">
                  <a16:creationId xmlns:a16="http://schemas.microsoft.com/office/drawing/2014/main" id="{818269F1-B947-42B1-8CC7-BB24988DC63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4" name="btfpColumnGapBlocker535261">
              <a:extLst>
                <a:ext uri="{FF2B5EF4-FFF2-40B4-BE49-F238E27FC236}">
                  <a16:creationId xmlns:a16="http://schemas.microsoft.com/office/drawing/2014/main" id="{335C1FFF-D85C-4648-BF93-58AA2CF96318}"/>
                </a:ext>
              </a:extLst>
            </p:cNvPr>
            <p:cNvSpPr/>
            <p:nvPr/>
          </p:nvSpPr>
          <p:spPr bwMode="gray">
            <a:xfrm>
              <a:off x="9447371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2" name="btfpColumnIndicator663081">
              <a:extLst>
                <a:ext uri="{FF2B5EF4-FFF2-40B4-BE49-F238E27FC236}">
                  <a16:creationId xmlns:a16="http://schemas.microsoft.com/office/drawing/2014/main" id="{899F0791-D196-46DF-9681-D7C54FBB5E49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btfpColumnIndicator385309">
              <a:extLst>
                <a:ext uri="{FF2B5EF4-FFF2-40B4-BE49-F238E27FC236}">
                  <a16:creationId xmlns:a16="http://schemas.microsoft.com/office/drawing/2014/main" id="{C47016A1-54A8-4D74-9D9B-2141E4D1E7E6}"/>
                </a:ext>
              </a:extLst>
            </p:cNvPr>
            <p:cNvCxnSpPr/>
            <p:nvPr/>
          </p:nvCxnSpPr>
          <p:spPr bwMode="gray">
            <a:xfrm flipV="1">
              <a:off x="9987915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btfpColumnGapBlocker530664">
              <a:extLst>
                <a:ext uri="{FF2B5EF4-FFF2-40B4-BE49-F238E27FC236}">
                  <a16:creationId xmlns:a16="http://schemas.microsoft.com/office/drawing/2014/main" id="{BBA56ADB-A225-40E1-B79E-805B6A0091F2}"/>
                </a:ext>
              </a:extLst>
            </p:cNvPr>
            <p:cNvSpPr/>
            <p:nvPr/>
          </p:nvSpPr>
          <p:spPr bwMode="gray">
            <a:xfrm>
              <a:off x="7032943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6" name="btfpColumnIndicator275330">
              <a:extLst>
                <a:ext uri="{FF2B5EF4-FFF2-40B4-BE49-F238E27FC236}">
                  <a16:creationId xmlns:a16="http://schemas.microsoft.com/office/drawing/2014/main" id="{26CFD514-B09B-4015-90DD-7A46DC84C617}"/>
                </a:ext>
              </a:extLst>
            </p:cNvPr>
            <p:cNvCxnSpPr/>
            <p:nvPr/>
          </p:nvCxnSpPr>
          <p:spPr bwMode="gray">
            <a:xfrm flipV="1">
              <a:off x="944737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btfpColumnIndicator739227">
              <a:extLst>
                <a:ext uri="{FF2B5EF4-FFF2-40B4-BE49-F238E27FC236}">
                  <a16:creationId xmlns:a16="http://schemas.microsoft.com/office/drawing/2014/main" id="{C093DE02-7BDB-48D0-B190-3B90E39985FE}"/>
                </a:ext>
              </a:extLst>
            </p:cNvPr>
            <p:cNvCxnSpPr/>
            <p:nvPr/>
          </p:nvCxnSpPr>
          <p:spPr bwMode="gray">
            <a:xfrm flipV="1">
              <a:off x="7573487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tfpColumnGapBlocker572519">
              <a:extLst>
                <a:ext uri="{FF2B5EF4-FFF2-40B4-BE49-F238E27FC236}">
                  <a16:creationId xmlns:a16="http://schemas.microsoft.com/office/drawing/2014/main" id="{CF44DA4C-7CEA-4AE8-B9FA-BD799D9F6856}"/>
                </a:ext>
              </a:extLst>
            </p:cNvPr>
            <p:cNvSpPr/>
            <p:nvPr/>
          </p:nvSpPr>
          <p:spPr bwMode="gray">
            <a:xfrm>
              <a:off x="461851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28" name="btfpColumnIndicator399192">
              <a:extLst>
                <a:ext uri="{FF2B5EF4-FFF2-40B4-BE49-F238E27FC236}">
                  <a16:creationId xmlns:a16="http://schemas.microsoft.com/office/drawing/2014/main" id="{DFA572CD-371B-4DA6-B37F-6D6B8E603BA2}"/>
                </a:ext>
              </a:extLst>
            </p:cNvPr>
            <p:cNvCxnSpPr/>
            <p:nvPr/>
          </p:nvCxnSpPr>
          <p:spPr bwMode="gray">
            <a:xfrm flipV="1">
              <a:off x="7032943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btfpColumnIndicator288067">
              <a:extLst>
                <a:ext uri="{FF2B5EF4-FFF2-40B4-BE49-F238E27FC236}">
                  <a16:creationId xmlns:a16="http://schemas.microsoft.com/office/drawing/2014/main" id="{B5062531-34A0-4275-8828-FFCCBBC90614}"/>
                </a:ext>
              </a:extLst>
            </p:cNvPr>
            <p:cNvCxnSpPr/>
            <p:nvPr/>
          </p:nvCxnSpPr>
          <p:spPr bwMode="gray">
            <a:xfrm flipV="1">
              <a:off x="515905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btfpColumnGapBlocker992226">
              <a:extLst>
                <a:ext uri="{FF2B5EF4-FFF2-40B4-BE49-F238E27FC236}">
                  <a16:creationId xmlns:a16="http://schemas.microsoft.com/office/drawing/2014/main" id="{B510B4DF-305A-451C-9EA5-186565194CE5}"/>
                </a:ext>
              </a:extLst>
            </p:cNvPr>
            <p:cNvSpPr/>
            <p:nvPr/>
          </p:nvSpPr>
          <p:spPr bwMode="gray">
            <a:xfrm>
              <a:off x="2204085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2" name="btfpColumnIndicator158108">
              <a:extLst>
                <a:ext uri="{FF2B5EF4-FFF2-40B4-BE49-F238E27FC236}">
                  <a16:creationId xmlns:a16="http://schemas.microsoft.com/office/drawing/2014/main" id="{AEED8D4D-C5A3-4EB7-A15A-DC48028F534D}"/>
                </a:ext>
              </a:extLst>
            </p:cNvPr>
            <p:cNvCxnSpPr/>
            <p:nvPr/>
          </p:nvCxnSpPr>
          <p:spPr bwMode="gray">
            <a:xfrm flipV="1">
              <a:off x="461851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616724">
              <a:extLst>
                <a:ext uri="{FF2B5EF4-FFF2-40B4-BE49-F238E27FC236}">
                  <a16:creationId xmlns:a16="http://schemas.microsoft.com/office/drawing/2014/main" id="{9ED30D97-2200-44D1-A30A-141229782AA0}"/>
                </a:ext>
              </a:extLst>
            </p:cNvPr>
            <p:cNvCxnSpPr/>
            <p:nvPr/>
          </p:nvCxnSpPr>
          <p:spPr bwMode="gray">
            <a:xfrm flipV="1">
              <a:off x="2744629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btfpColumnGapBlocker684411">
              <a:extLst>
                <a:ext uri="{FF2B5EF4-FFF2-40B4-BE49-F238E27FC236}">
                  <a16:creationId xmlns:a16="http://schemas.microsoft.com/office/drawing/2014/main" id="{1F4CA795-93AE-45AA-8FA5-D4109E889E8D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6" name="btfpColumnIndicator452666">
              <a:extLst>
                <a:ext uri="{FF2B5EF4-FFF2-40B4-BE49-F238E27FC236}">
                  <a16:creationId xmlns:a16="http://schemas.microsoft.com/office/drawing/2014/main" id="{29BE862B-4980-42F3-A2C3-918F52E3894F}"/>
                </a:ext>
              </a:extLst>
            </p:cNvPr>
            <p:cNvCxnSpPr/>
            <p:nvPr/>
          </p:nvCxnSpPr>
          <p:spPr bwMode="gray">
            <a:xfrm flipV="1">
              <a:off x="2204085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219683">
              <a:extLst>
                <a:ext uri="{FF2B5EF4-FFF2-40B4-BE49-F238E27FC236}">
                  <a16:creationId xmlns:a16="http://schemas.microsoft.com/office/drawing/2014/main" id="{06FEA1C8-3530-45ED-8A97-0C7446224AB7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Agenda 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2829868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overall_0_132567767537723862 columns_5_132567882186792568 6_0_132581415226078729 8_1_132567764269829236 11_1_132567764269985124 14_1_132567764269985124 16_1_132567764785493229 64_1_132567766292909142 19_1_132567766292909142 20_1_132567766292909142 25_1_132567881147817775 42_1_132567882145479066 46_1_132567883367653807 49_1_132567883367653807 52_1_132567883367718864 55_1_132567883367718864 59_1_132567883367718864 23_1_132581545824502827 </a:t>
            </a:r>
            <a:endParaRPr kumimoji="0" lang="en-GB" sz="100" b="0" i="0" u="none" strike="noStrike" kern="1200" cap="none" spc="0" normalizeH="0" baseline="0" noProof="0" err="1">
              <a:ln>
                <a:noFill/>
              </a:ln>
              <a:solidFill>
                <a:srgbClr val="FFFFFF">
                  <a:alpha val="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btfpBulletedList981348"/>
          <p:cNvSpPr txBox="1"/>
          <p:nvPr>
            <p:custDataLst>
              <p:tags r:id="rId3"/>
            </p:custDataLst>
          </p:nvPr>
        </p:nvSpPr>
        <p:spPr bwMode="gray">
          <a:xfrm>
            <a:off x="5155161" y="1785152"/>
            <a:ext cx="6704014" cy="680562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 introductions 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Personal profiles, including working style and personal priorities</a:t>
            </a:r>
          </a:p>
        </p:txBody>
      </p:sp>
      <p:sp>
        <p:nvSpPr>
          <p:cNvPr id="19" name="btfpBulletedList981348"/>
          <p:cNvSpPr txBox="1"/>
          <p:nvPr>
            <p:custDataLst>
              <p:tags r:id="rId4"/>
            </p:custDataLst>
          </p:nvPr>
        </p:nvSpPr>
        <p:spPr bwMode="gray">
          <a:xfrm>
            <a:off x="5157788" y="4160833"/>
            <a:ext cx="6708267" cy="1403837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 norms guidance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norms dimensions</a:t>
            </a:r>
          </a:p>
          <a:p>
            <a:pPr>
              <a:spcBef>
                <a:spcPts val="900"/>
              </a:spcBef>
            </a:pPr>
            <a:r>
              <a:rPr lang="en-US" altLang="ja-JP">
                <a:solidFill>
                  <a:srgbClr val="000000"/>
                </a:solidFill>
              </a:rPr>
              <a:t>T</a:t>
            </a:r>
            <a:r>
              <a:rPr lang="en-US" altLang="ja-JP" sz="1600">
                <a:solidFill>
                  <a:srgbClr val="000000"/>
                </a:solidFill>
              </a:rPr>
              <a:t>actical team logistics and next steps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5" name="btfpRowHeaderBox194268"/>
          <p:cNvGrpSpPr/>
          <p:nvPr>
            <p:custDataLst>
              <p:tags r:id="rId5"/>
            </p:custDataLst>
          </p:nvPr>
        </p:nvGrpSpPr>
        <p:grpSpPr>
          <a:xfrm>
            <a:off x="635266" y="1747192"/>
            <a:ext cx="3982772" cy="972979"/>
            <a:chOff x="510913" y="4609578"/>
            <a:chExt cx="2359287" cy="972979"/>
          </a:xfrm>
        </p:grpSpPr>
        <p:sp>
          <p:nvSpPr>
            <p:cNvPr id="21" name="btfpRowHeaderBoxText194268"/>
            <p:cNvSpPr txBox="1"/>
            <p:nvPr/>
          </p:nvSpPr>
          <p:spPr bwMode="gray">
            <a:xfrm>
              <a:off x="510913" y="4609578"/>
              <a:ext cx="2359287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Getting to know the team</a:t>
              </a:r>
            </a:p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>
                  <a:solidFill>
                    <a:srgbClr val="CC0000"/>
                  </a:solidFill>
                  <a:latin typeface="Arial"/>
                </a:rPr>
                <a:t>(10 minutes)</a:t>
              </a: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</a:t>
              </a:r>
            </a:p>
          </p:txBody>
        </p:sp>
        <p:cxnSp>
          <p:nvCxnSpPr>
            <p:cNvPr id="24" name="btfpRowHeaderBoxLine194268"/>
            <p:cNvCxnSpPr/>
            <p:nvPr/>
          </p:nvCxnSpPr>
          <p:spPr bwMode="gray">
            <a:xfrm>
              <a:off x="2870200" y="4609578"/>
              <a:ext cx="0" cy="972979"/>
            </a:xfrm>
            <a:prstGeom prst="line">
              <a:avLst/>
            </a:prstGeom>
            <a:ln w="152400" cap="flat">
              <a:solidFill>
                <a:srgbClr val="CC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btfpRowHeaderBox194268"/>
          <p:cNvGrpSpPr/>
          <p:nvPr>
            <p:custDataLst>
              <p:tags r:id="rId6"/>
            </p:custDataLst>
          </p:nvPr>
        </p:nvGrpSpPr>
        <p:grpSpPr>
          <a:xfrm>
            <a:off x="635266" y="4162257"/>
            <a:ext cx="3982772" cy="1040775"/>
            <a:chOff x="510913" y="4609578"/>
            <a:chExt cx="2359287" cy="972979"/>
          </a:xfrm>
        </p:grpSpPr>
        <p:sp>
          <p:nvSpPr>
            <p:cNvPr id="35" name="btfpRowHeaderBoxText194268"/>
            <p:cNvSpPr txBox="1"/>
            <p:nvPr/>
          </p:nvSpPr>
          <p:spPr bwMode="gray">
            <a:xfrm>
              <a:off x="510913" y="4609578"/>
              <a:ext cx="2359287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Aligning on norms and expectations</a:t>
              </a:r>
            </a:p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dirty="0">
                  <a:solidFill>
                    <a:srgbClr val="CC0000"/>
                  </a:solidFill>
                  <a:latin typeface="Arial"/>
                </a:rPr>
                <a:t>(25 minutes)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36" name="btfpRowHeaderBoxLine194268"/>
            <p:cNvCxnSpPr/>
            <p:nvPr/>
          </p:nvCxnSpPr>
          <p:spPr bwMode="gray">
            <a:xfrm>
              <a:off x="2870200" y="4609578"/>
              <a:ext cx="0" cy="972979"/>
            </a:xfrm>
            <a:prstGeom prst="line">
              <a:avLst/>
            </a:prstGeom>
            <a:ln w="152400" cap="flat">
              <a:solidFill>
                <a:srgbClr val="CC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btfpNumberBubble470709"/>
          <p:cNvSpPr/>
          <p:nvPr/>
        </p:nvSpPr>
        <p:spPr bwMode="gray">
          <a:xfrm>
            <a:off x="317765" y="1747192"/>
            <a:ext cx="317500" cy="317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grpSp>
        <p:nvGrpSpPr>
          <p:cNvPr id="59" name="btfpColumnHeaderBox815429"/>
          <p:cNvGrpSpPr/>
          <p:nvPr>
            <p:custDataLst>
              <p:tags r:id="rId7"/>
            </p:custDataLst>
          </p:nvPr>
        </p:nvGrpSpPr>
        <p:grpSpPr>
          <a:xfrm>
            <a:off x="330200" y="1270000"/>
            <a:ext cx="4287838" cy="318997"/>
            <a:chOff x="330200" y="1270000"/>
            <a:chExt cx="1873885" cy="318997"/>
          </a:xfrm>
        </p:grpSpPr>
        <p:sp>
          <p:nvSpPr>
            <p:cNvPr id="57" name="btfpColumnHeaderBoxText815429"/>
            <p:cNvSpPr txBox="1"/>
            <p:nvPr/>
          </p:nvSpPr>
          <p:spPr bwMode="gray">
            <a:xfrm>
              <a:off x="330200" y="1270000"/>
              <a:ext cx="1873885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Key objectives</a:t>
              </a:r>
            </a:p>
          </p:txBody>
        </p:sp>
        <p:cxnSp>
          <p:nvCxnSpPr>
            <p:cNvPr id="58" name="btfpColumnHeaderBoxLine815429"/>
            <p:cNvCxnSpPr/>
            <p:nvPr/>
          </p:nvCxnSpPr>
          <p:spPr bwMode="gray">
            <a:xfrm>
              <a:off x="330200" y="1588997"/>
              <a:ext cx="1873885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btfpColumnHeaderBox101423"/>
          <p:cNvGrpSpPr/>
          <p:nvPr>
            <p:custDataLst>
              <p:tags r:id="rId8"/>
            </p:custDataLst>
          </p:nvPr>
        </p:nvGrpSpPr>
        <p:grpSpPr>
          <a:xfrm>
            <a:off x="5155161" y="1270000"/>
            <a:ext cx="6701877" cy="318997"/>
            <a:chOff x="2744629" y="1270000"/>
            <a:chExt cx="1873885" cy="318997"/>
          </a:xfrm>
        </p:grpSpPr>
        <p:sp>
          <p:nvSpPr>
            <p:cNvPr id="62" name="btfpColumnHeaderBoxText101423"/>
            <p:cNvSpPr txBox="1"/>
            <p:nvPr/>
          </p:nvSpPr>
          <p:spPr bwMode="gray">
            <a:xfrm>
              <a:off x="2744629" y="1270000"/>
              <a:ext cx="1873885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Kick-off components</a:t>
              </a:r>
            </a:p>
          </p:txBody>
        </p:sp>
        <p:cxnSp>
          <p:nvCxnSpPr>
            <p:cNvPr id="63" name="btfpColumnHeaderBoxLine101423"/>
            <p:cNvCxnSpPr/>
            <p:nvPr/>
          </p:nvCxnSpPr>
          <p:spPr bwMode="gray">
            <a:xfrm>
              <a:off x="2744629" y="1588997"/>
              <a:ext cx="1873885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btfpNumberBubble470709"/>
          <p:cNvSpPr/>
          <p:nvPr/>
        </p:nvSpPr>
        <p:spPr bwMode="gray">
          <a:xfrm>
            <a:off x="317765" y="2878365"/>
            <a:ext cx="317500" cy="317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66" name="btfpNumberBubble470709"/>
          <p:cNvSpPr/>
          <p:nvPr/>
        </p:nvSpPr>
        <p:spPr bwMode="gray">
          <a:xfrm>
            <a:off x="317765" y="4159573"/>
            <a:ext cx="317500" cy="317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68" name="btfpBulletedList981348">
            <a:extLst>
              <a:ext uri="{FF2B5EF4-FFF2-40B4-BE49-F238E27FC236}">
                <a16:creationId xmlns:a16="http://schemas.microsoft.com/office/drawing/2014/main" id="{7B46A7B6-CA7F-AF01-D6A4-0F2E2F605EAC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gray">
          <a:xfrm>
            <a:off x="5157788" y="2885091"/>
            <a:ext cx="6704012" cy="1042199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Background, context and overall objective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Duration, scope and key deliverables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 set-up: Roles and responsibilities</a:t>
            </a:r>
          </a:p>
        </p:txBody>
      </p:sp>
      <p:grpSp>
        <p:nvGrpSpPr>
          <p:cNvPr id="69" name="btfpRowHeaderBox194268">
            <a:extLst>
              <a:ext uri="{FF2B5EF4-FFF2-40B4-BE49-F238E27FC236}">
                <a16:creationId xmlns:a16="http://schemas.microsoft.com/office/drawing/2014/main" id="{B439C770-63A4-0A01-0B70-157A19112CC6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35266" y="2885091"/>
            <a:ext cx="3982772" cy="1112246"/>
            <a:chOff x="510913" y="4609578"/>
            <a:chExt cx="2359287" cy="972979"/>
          </a:xfrm>
        </p:grpSpPr>
        <p:sp>
          <p:nvSpPr>
            <p:cNvPr id="70" name="btfpRowHeaderBoxText194268">
              <a:extLst>
                <a:ext uri="{FF2B5EF4-FFF2-40B4-BE49-F238E27FC236}">
                  <a16:creationId xmlns:a16="http://schemas.microsoft.com/office/drawing/2014/main" id="{EF309D76-0863-4419-BA4D-05030363B321}"/>
                </a:ext>
              </a:extLst>
            </p:cNvPr>
            <p:cNvSpPr txBox="1"/>
            <p:nvPr/>
          </p:nvSpPr>
          <p:spPr bwMode="gray">
            <a:xfrm>
              <a:off x="510913" y="4609578"/>
              <a:ext cx="2359287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Sharing the context and the plan</a:t>
              </a:r>
            </a:p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>
                  <a:solidFill>
                    <a:srgbClr val="CC0000"/>
                  </a:solidFill>
                  <a:latin typeface="Arial"/>
                </a:rPr>
                <a:t>(25 minutes)</a:t>
              </a: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71" name="btfpRowHeaderBoxLine194268">
              <a:extLst>
                <a:ext uri="{FF2B5EF4-FFF2-40B4-BE49-F238E27FC236}">
                  <a16:creationId xmlns:a16="http://schemas.microsoft.com/office/drawing/2014/main" id="{EE927B4A-BD49-EEC8-D696-86513435527A}"/>
                </a:ext>
              </a:extLst>
            </p:cNvPr>
            <p:cNvCxnSpPr/>
            <p:nvPr/>
          </p:nvCxnSpPr>
          <p:spPr bwMode="gray">
            <a:xfrm>
              <a:off x="2870200" y="4609578"/>
              <a:ext cx="0" cy="972979"/>
            </a:xfrm>
            <a:prstGeom prst="line">
              <a:avLst/>
            </a:prstGeom>
            <a:ln w="152400" cap="flat">
              <a:solidFill>
                <a:srgbClr val="CC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8C79C448-801F-B370-9202-627D9F930B28}"/>
              </a:ext>
            </a:extLst>
          </p:cNvPr>
          <p:cNvSpPr/>
          <p:nvPr/>
        </p:nvSpPr>
        <p:spPr bwMode="gray">
          <a:xfrm>
            <a:off x="317765" y="1585913"/>
            <a:ext cx="11522073" cy="1179168"/>
          </a:xfrm>
          <a:prstGeom prst="rect">
            <a:avLst/>
          </a:prstGeom>
          <a:noFill/>
          <a:ln w="19050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027E0F3-E875-FDB1-C2A2-B0480862F8FB}"/>
              </a:ext>
            </a:extLst>
          </p:cNvPr>
          <p:cNvSpPr/>
          <p:nvPr/>
        </p:nvSpPr>
        <p:spPr bwMode="gray">
          <a:xfrm>
            <a:off x="9513769" y="2582916"/>
            <a:ext cx="2208179" cy="24106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CC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600" i="1">
                <a:solidFill>
                  <a:srgbClr val="CC0000"/>
                </a:solidFill>
              </a:rPr>
              <a:t>Focus of this section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4246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btfpColumnIndicatorGroup2">
            <a:extLst>
              <a:ext uri="{FF2B5EF4-FFF2-40B4-BE49-F238E27FC236}">
                <a16:creationId xmlns:a16="http://schemas.microsoft.com/office/drawing/2014/main" id="{AFBFD37C-7893-3C81-652D-782EBD3CB86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28" name="btfpColumnGapBlocker617991">
              <a:extLst>
                <a:ext uri="{FF2B5EF4-FFF2-40B4-BE49-F238E27FC236}">
                  <a16:creationId xmlns:a16="http://schemas.microsoft.com/office/drawing/2014/main" id="{73440679-B73C-4FFF-CFBB-812A6FD2EEEE}"/>
                </a:ext>
              </a:extLst>
            </p:cNvPr>
            <p:cNvSpPr/>
            <p:nvPr/>
          </p:nvSpPr>
          <p:spPr bwMode="gray">
            <a:xfrm>
              <a:off x="11861801" y="692658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26" name="btfpColumnGapBlocker395800">
              <a:extLst>
                <a:ext uri="{FF2B5EF4-FFF2-40B4-BE49-F238E27FC236}">
                  <a16:creationId xmlns:a16="http://schemas.microsoft.com/office/drawing/2014/main" id="{893DC0F2-2308-6023-AFE1-5075B47F866B}"/>
                </a:ext>
              </a:extLst>
            </p:cNvPr>
            <p:cNvSpPr/>
            <p:nvPr/>
          </p:nvSpPr>
          <p:spPr bwMode="gray">
            <a:xfrm>
              <a:off x="10137208" y="692658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4" name="btfpColumnIndicator594102">
              <a:extLst>
                <a:ext uri="{FF2B5EF4-FFF2-40B4-BE49-F238E27FC236}">
                  <a16:creationId xmlns:a16="http://schemas.microsoft.com/office/drawing/2014/main" id="{564A6394-1D2B-C2F6-3591-2100001F7070}"/>
                </a:ext>
              </a:extLst>
            </p:cNvPr>
            <p:cNvCxnSpPr/>
            <p:nvPr/>
          </p:nvCxnSpPr>
          <p:spPr bwMode="gray">
            <a:xfrm flipV="1">
              <a:off x="1186180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btfpColumnIndicator465558">
              <a:extLst>
                <a:ext uri="{FF2B5EF4-FFF2-40B4-BE49-F238E27FC236}">
                  <a16:creationId xmlns:a16="http://schemas.microsoft.com/office/drawing/2014/main" id="{88268205-FA34-9880-12B2-2F6AE68DCB25}"/>
                </a:ext>
              </a:extLst>
            </p:cNvPr>
            <p:cNvCxnSpPr/>
            <p:nvPr/>
          </p:nvCxnSpPr>
          <p:spPr bwMode="gray">
            <a:xfrm flipV="1">
              <a:off x="10677753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btfpColumnGapBlocker328671">
              <a:extLst>
                <a:ext uri="{FF2B5EF4-FFF2-40B4-BE49-F238E27FC236}">
                  <a16:creationId xmlns:a16="http://schemas.microsoft.com/office/drawing/2014/main" id="{65EF2D39-1524-67E8-CD14-D270ABC27FE0}"/>
                </a:ext>
              </a:extLst>
            </p:cNvPr>
            <p:cNvSpPr/>
            <p:nvPr/>
          </p:nvSpPr>
          <p:spPr bwMode="gray">
            <a:xfrm>
              <a:off x="8412616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18" name="btfpColumnIndicator387226">
              <a:extLst>
                <a:ext uri="{FF2B5EF4-FFF2-40B4-BE49-F238E27FC236}">
                  <a16:creationId xmlns:a16="http://schemas.microsoft.com/office/drawing/2014/main" id="{7668D087-846A-27B5-1AE5-71C2D9F511BD}"/>
                </a:ext>
              </a:extLst>
            </p:cNvPr>
            <p:cNvCxnSpPr/>
            <p:nvPr/>
          </p:nvCxnSpPr>
          <p:spPr bwMode="gray">
            <a:xfrm flipV="1">
              <a:off x="1013720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btfpColumnIndicator580301">
              <a:extLst>
                <a:ext uri="{FF2B5EF4-FFF2-40B4-BE49-F238E27FC236}">
                  <a16:creationId xmlns:a16="http://schemas.microsoft.com/office/drawing/2014/main" id="{0BE1E27A-F1A9-308E-526A-350CAA1093C2}"/>
                </a:ext>
              </a:extLst>
            </p:cNvPr>
            <p:cNvCxnSpPr/>
            <p:nvPr/>
          </p:nvCxnSpPr>
          <p:spPr bwMode="gray">
            <a:xfrm flipV="1">
              <a:off x="895316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btfpColumnGapBlocker649709">
              <a:extLst>
                <a:ext uri="{FF2B5EF4-FFF2-40B4-BE49-F238E27FC236}">
                  <a16:creationId xmlns:a16="http://schemas.microsoft.com/office/drawing/2014/main" id="{BC081BE3-81DD-646F-6E33-C7E71DF6166B}"/>
                </a:ext>
              </a:extLst>
            </p:cNvPr>
            <p:cNvSpPr/>
            <p:nvPr/>
          </p:nvSpPr>
          <p:spPr bwMode="gray">
            <a:xfrm>
              <a:off x="668802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12" name="btfpColumnIndicator232779">
              <a:extLst>
                <a:ext uri="{FF2B5EF4-FFF2-40B4-BE49-F238E27FC236}">
                  <a16:creationId xmlns:a16="http://schemas.microsoft.com/office/drawing/2014/main" id="{150BDABB-2480-FB41-0DBD-77F99FC11183}"/>
                </a:ext>
              </a:extLst>
            </p:cNvPr>
            <p:cNvCxnSpPr/>
            <p:nvPr/>
          </p:nvCxnSpPr>
          <p:spPr bwMode="gray">
            <a:xfrm flipV="1">
              <a:off x="841261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btfpColumnIndicator968343">
              <a:extLst>
                <a:ext uri="{FF2B5EF4-FFF2-40B4-BE49-F238E27FC236}">
                  <a16:creationId xmlns:a16="http://schemas.microsoft.com/office/drawing/2014/main" id="{0201483B-B6F8-1E19-EDF7-C6BBA8244770}"/>
                </a:ext>
              </a:extLst>
            </p:cNvPr>
            <p:cNvCxnSpPr/>
            <p:nvPr/>
          </p:nvCxnSpPr>
          <p:spPr bwMode="gray">
            <a:xfrm flipV="1">
              <a:off x="722856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btfpColumnGapBlocker878213">
              <a:extLst>
                <a:ext uri="{FF2B5EF4-FFF2-40B4-BE49-F238E27FC236}">
                  <a16:creationId xmlns:a16="http://schemas.microsoft.com/office/drawing/2014/main" id="{CB2D7166-A7BB-AE1D-30E2-55C19D2308E0}"/>
                </a:ext>
              </a:extLst>
            </p:cNvPr>
            <p:cNvSpPr/>
            <p:nvPr/>
          </p:nvSpPr>
          <p:spPr bwMode="gray">
            <a:xfrm>
              <a:off x="496343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06" name="btfpColumnIndicator316485">
              <a:extLst>
                <a:ext uri="{FF2B5EF4-FFF2-40B4-BE49-F238E27FC236}">
                  <a16:creationId xmlns:a16="http://schemas.microsoft.com/office/drawing/2014/main" id="{BF9D01D5-FD5F-4AEF-EC7F-2CFBF7AE91C1}"/>
                </a:ext>
              </a:extLst>
            </p:cNvPr>
            <p:cNvCxnSpPr/>
            <p:nvPr/>
          </p:nvCxnSpPr>
          <p:spPr bwMode="gray">
            <a:xfrm flipV="1">
              <a:off x="668802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btfpColumnIndicator554483">
              <a:extLst>
                <a:ext uri="{FF2B5EF4-FFF2-40B4-BE49-F238E27FC236}">
                  <a16:creationId xmlns:a16="http://schemas.microsoft.com/office/drawing/2014/main" id="{8B875196-ECFA-4A0C-4682-9F264F844D4F}"/>
                </a:ext>
              </a:extLst>
            </p:cNvPr>
            <p:cNvCxnSpPr/>
            <p:nvPr/>
          </p:nvCxnSpPr>
          <p:spPr bwMode="gray">
            <a:xfrm flipV="1">
              <a:off x="550397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btfpColumnGapBlocker499199">
              <a:extLst>
                <a:ext uri="{FF2B5EF4-FFF2-40B4-BE49-F238E27FC236}">
                  <a16:creationId xmlns:a16="http://schemas.microsoft.com/office/drawing/2014/main" id="{1C36E2A1-82D2-4BA4-0121-4CA1B27ABDDD}"/>
                </a:ext>
              </a:extLst>
            </p:cNvPr>
            <p:cNvSpPr/>
            <p:nvPr/>
          </p:nvSpPr>
          <p:spPr bwMode="gray">
            <a:xfrm>
              <a:off x="3238840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00" name="btfpColumnIndicator622716">
              <a:extLst>
                <a:ext uri="{FF2B5EF4-FFF2-40B4-BE49-F238E27FC236}">
                  <a16:creationId xmlns:a16="http://schemas.microsoft.com/office/drawing/2014/main" id="{4A8583B1-6475-46D8-A3E4-7E71ADE08BA3}"/>
                </a:ext>
              </a:extLst>
            </p:cNvPr>
            <p:cNvCxnSpPr/>
            <p:nvPr/>
          </p:nvCxnSpPr>
          <p:spPr bwMode="gray">
            <a:xfrm flipV="1">
              <a:off x="496343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btfpColumnIndicator129374">
              <a:extLst>
                <a:ext uri="{FF2B5EF4-FFF2-40B4-BE49-F238E27FC236}">
                  <a16:creationId xmlns:a16="http://schemas.microsoft.com/office/drawing/2014/main" id="{EEA2AB3E-6086-4686-87C6-3973C4B44632}"/>
                </a:ext>
              </a:extLst>
            </p:cNvPr>
            <p:cNvCxnSpPr/>
            <p:nvPr/>
          </p:nvCxnSpPr>
          <p:spPr bwMode="gray">
            <a:xfrm flipV="1">
              <a:off x="377938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btfpColumnGapBlocker810259">
              <a:extLst>
                <a:ext uri="{FF2B5EF4-FFF2-40B4-BE49-F238E27FC236}">
                  <a16:creationId xmlns:a16="http://schemas.microsoft.com/office/drawing/2014/main" id="{B9BD0715-2A45-B7BD-D7CA-0190ED1A7810}"/>
                </a:ext>
              </a:extLst>
            </p:cNvPr>
            <p:cNvSpPr/>
            <p:nvPr/>
          </p:nvSpPr>
          <p:spPr bwMode="gray">
            <a:xfrm>
              <a:off x="1514248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94" name="btfpColumnIndicator960491">
              <a:extLst>
                <a:ext uri="{FF2B5EF4-FFF2-40B4-BE49-F238E27FC236}">
                  <a16:creationId xmlns:a16="http://schemas.microsoft.com/office/drawing/2014/main" id="{23270F51-FFCC-46D0-6293-FD5EA11C1FF5}"/>
                </a:ext>
              </a:extLst>
            </p:cNvPr>
            <p:cNvCxnSpPr/>
            <p:nvPr/>
          </p:nvCxnSpPr>
          <p:spPr bwMode="gray">
            <a:xfrm flipV="1">
              <a:off x="323884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btfpColumnIndicator202717">
              <a:extLst>
                <a:ext uri="{FF2B5EF4-FFF2-40B4-BE49-F238E27FC236}">
                  <a16:creationId xmlns:a16="http://schemas.microsoft.com/office/drawing/2014/main" id="{03971992-9695-4C4A-C7B0-5C7444158E1E}"/>
                </a:ext>
              </a:extLst>
            </p:cNvPr>
            <p:cNvCxnSpPr/>
            <p:nvPr/>
          </p:nvCxnSpPr>
          <p:spPr bwMode="gray">
            <a:xfrm flipV="1">
              <a:off x="205479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btfpColumnGapBlocker322434">
              <a:extLst>
                <a:ext uri="{FF2B5EF4-FFF2-40B4-BE49-F238E27FC236}">
                  <a16:creationId xmlns:a16="http://schemas.microsoft.com/office/drawing/2014/main" id="{CF3AFFE1-18E2-2333-207C-2A3F2A61149B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8" name="btfpColumnIndicator404911">
              <a:extLst>
                <a:ext uri="{FF2B5EF4-FFF2-40B4-BE49-F238E27FC236}">
                  <a16:creationId xmlns:a16="http://schemas.microsoft.com/office/drawing/2014/main" id="{985AD3BE-6D8D-465B-7F4A-2D2CC5F03999}"/>
                </a:ext>
              </a:extLst>
            </p:cNvPr>
            <p:cNvCxnSpPr/>
            <p:nvPr/>
          </p:nvCxnSpPr>
          <p:spPr bwMode="gray">
            <a:xfrm flipV="1">
              <a:off x="151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btfpColumnIndicator298108">
              <a:extLst>
                <a:ext uri="{FF2B5EF4-FFF2-40B4-BE49-F238E27FC236}">
                  <a16:creationId xmlns:a16="http://schemas.microsoft.com/office/drawing/2014/main" id="{8B533DA7-B930-3A69-D490-A1A7E4346B35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btfpColumnIndicatorGroup1">
            <a:extLst>
              <a:ext uri="{FF2B5EF4-FFF2-40B4-BE49-F238E27FC236}">
                <a16:creationId xmlns:a16="http://schemas.microsoft.com/office/drawing/2014/main" id="{FC879641-9456-95FA-DF16-CDED912FBAD3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27" name="btfpColumnGapBlocker118990">
              <a:extLst>
                <a:ext uri="{FF2B5EF4-FFF2-40B4-BE49-F238E27FC236}">
                  <a16:creationId xmlns:a16="http://schemas.microsoft.com/office/drawing/2014/main" id="{83F6FAF1-DB32-5D5D-D1EC-4A8DA6E53A02}"/>
                </a:ext>
              </a:extLst>
            </p:cNvPr>
            <p:cNvSpPr/>
            <p:nvPr/>
          </p:nvSpPr>
          <p:spPr bwMode="gray">
            <a:xfrm>
              <a:off x="11861801" y="-20574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25" name="btfpColumnGapBlocker440604">
              <a:extLst>
                <a:ext uri="{FF2B5EF4-FFF2-40B4-BE49-F238E27FC236}">
                  <a16:creationId xmlns:a16="http://schemas.microsoft.com/office/drawing/2014/main" id="{DE8BEA04-D272-7D13-AAED-7898D36C70DC}"/>
                </a:ext>
              </a:extLst>
            </p:cNvPr>
            <p:cNvSpPr/>
            <p:nvPr/>
          </p:nvSpPr>
          <p:spPr bwMode="gray">
            <a:xfrm>
              <a:off x="10137208" y="-20574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3" name="btfpColumnIndicator882742">
              <a:extLst>
                <a:ext uri="{FF2B5EF4-FFF2-40B4-BE49-F238E27FC236}">
                  <a16:creationId xmlns:a16="http://schemas.microsoft.com/office/drawing/2014/main" id="{69F01FBD-FAB2-5F50-5CE8-41BDF91D17A6}"/>
                </a:ext>
              </a:extLst>
            </p:cNvPr>
            <p:cNvCxnSpPr/>
            <p:nvPr/>
          </p:nvCxnSpPr>
          <p:spPr bwMode="gray">
            <a:xfrm flipV="1">
              <a:off x="1186180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btfpColumnIndicator438769">
              <a:extLst>
                <a:ext uri="{FF2B5EF4-FFF2-40B4-BE49-F238E27FC236}">
                  <a16:creationId xmlns:a16="http://schemas.microsoft.com/office/drawing/2014/main" id="{EBBC2885-620F-C7A7-04F2-02315F51E01D}"/>
                </a:ext>
              </a:extLst>
            </p:cNvPr>
            <p:cNvCxnSpPr/>
            <p:nvPr/>
          </p:nvCxnSpPr>
          <p:spPr bwMode="gray">
            <a:xfrm flipV="1">
              <a:off x="10677753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btfpColumnGapBlocker212758">
              <a:extLst>
                <a:ext uri="{FF2B5EF4-FFF2-40B4-BE49-F238E27FC236}">
                  <a16:creationId xmlns:a16="http://schemas.microsoft.com/office/drawing/2014/main" id="{84446CB3-DA01-F059-0553-9FF177C6E047}"/>
                </a:ext>
              </a:extLst>
            </p:cNvPr>
            <p:cNvSpPr/>
            <p:nvPr/>
          </p:nvSpPr>
          <p:spPr bwMode="gray">
            <a:xfrm>
              <a:off x="8412616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17" name="btfpColumnIndicator357474">
              <a:extLst>
                <a:ext uri="{FF2B5EF4-FFF2-40B4-BE49-F238E27FC236}">
                  <a16:creationId xmlns:a16="http://schemas.microsoft.com/office/drawing/2014/main" id="{E7D393A0-B281-E023-E113-BBBF4ED0AEC5}"/>
                </a:ext>
              </a:extLst>
            </p:cNvPr>
            <p:cNvCxnSpPr/>
            <p:nvPr/>
          </p:nvCxnSpPr>
          <p:spPr bwMode="gray">
            <a:xfrm flipV="1">
              <a:off x="1013720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btfpColumnIndicator117747">
              <a:extLst>
                <a:ext uri="{FF2B5EF4-FFF2-40B4-BE49-F238E27FC236}">
                  <a16:creationId xmlns:a16="http://schemas.microsoft.com/office/drawing/2014/main" id="{8DE0FB8E-D254-B2E2-BC63-87BD9C6EF82D}"/>
                </a:ext>
              </a:extLst>
            </p:cNvPr>
            <p:cNvCxnSpPr/>
            <p:nvPr/>
          </p:nvCxnSpPr>
          <p:spPr bwMode="gray">
            <a:xfrm flipV="1">
              <a:off x="895316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btfpColumnGapBlocker514537">
              <a:extLst>
                <a:ext uri="{FF2B5EF4-FFF2-40B4-BE49-F238E27FC236}">
                  <a16:creationId xmlns:a16="http://schemas.microsoft.com/office/drawing/2014/main" id="{D9D9F77B-D7E2-E251-0512-5D161D5206E5}"/>
                </a:ext>
              </a:extLst>
            </p:cNvPr>
            <p:cNvSpPr/>
            <p:nvPr/>
          </p:nvSpPr>
          <p:spPr bwMode="gray">
            <a:xfrm>
              <a:off x="668802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11" name="btfpColumnIndicator593366">
              <a:extLst>
                <a:ext uri="{FF2B5EF4-FFF2-40B4-BE49-F238E27FC236}">
                  <a16:creationId xmlns:a16="http://schemas.microsoft.com/office/drawing/2014/main" id="{61855E63-55E7-B8DA-B24A-7C894D2EAEF8}"/>
                </a:ext>
              </a:extLst>
            </p:cNvPr>
            <p:cNvCxnSpPr/>
            <p:nvPr/>
          </p:nvCxnSpPr>
          <p:spPr bwMode="gray">
            <a:xfrm flipV="1">
              <a:off x="841261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btfpColumnIndicator923160">
              <a:extLst>
                <a:ext uri="{FF2B5EF4-FFF2-40B4-BE49-F238E27FC236}">
                  <a16:creationId xmlns:a16="http://schemas.microsoft.com/office/drawing/2014/main" id="{1CE29A99-D099-DCB0-205F-E3DBDAFC9787}"/>
                </a:ext>
              </a:extLst>
            </p:cNvPr>
            <p:cNvCxnSpPr/>
            <p:nvPr/>
          </p:nvCxnSpPr>
          <p:spPr bwMode="gray">
            <a:xfrm flipV="1">
              <a:off x="722856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btfpColumnGapBlocker929325">
              <a:extLst>
                <a:ext uri="{FF2B5EF4-FFF2-40B4-BE49-F238E27FC236}">
                  <a16:creationId xmlns:a16="http://schemas.microsoft.com/office/drawing/2014/main" id="{82F974FE-EF33-EFA9-14A1-1B7CBC3F4A1B}"/>
                </a:ext>
              </a:extLst>
            </p:cNvPr>
            <p:cNvSpPr/>
            <p:nvPr/>
          </p:nvSpPr>
          <p:spPr bwMode="gray">
            <a:xfrm>
              <a:off x="496343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05" name="btfpColumnIndicator603951">
              <a:extLst>
                <a:ext uri="{FF2B5EF4-FFF2-40B4-BE49-F238E27FC236}">
                  <a16:creationId xmlns:a16="http://schemas.microsoft.com/office/drawing/2014/main" id="{1097D941-C4FD-538C-8E00-F379A0C022A1}"/>
                </a:ext>
              </a:extLst>
            </p:cNvPr>
            <p:cNvCxnSpPr/>
            <p:nvPr/>
          </p:nvCxnSpPr>
          <p:spPr bwMode="gray">
            <a:xfrm flipV="1">
              <a:off x="668802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btfpColumnIndicator299061">
              <a:extLst>
                <a:ext uri="{FF2B5EF4-FFF2-40B4-BE49-F238E27FC236}">
                  <a16:creationId xmlns:a16="http://schemas.microsoft.com/office/drawing/2014/main" id="{A72DB9E0-0B95-2E59-E2EA-C2D71A11DCE2}"/>
                </a:ext>
              </a:extLst>
            </p:cNvPr>
            <p:cNvCxnSpPr/>
            <p:nvPr/>
          </p:nvCxnSpPr>
          <p:spPr bwMode="gray">
            <a:xfrm flipV="1">
              <a:off x="550397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btfpColumnGapBlocker248082">
              <a:extLst>
                <a:ext uri="{FF2B5EF4-FFF2-40B4-BE49-F238E27FC236}">
                  <a16:creationId xmlns:a16="http://schemas.microsoft.com/office/drawing/2014/main" id="{0818412E-E56C-F4F7-7494-FD6ECB47F416}"/>
                </a:ext>
              </a:extLst>
            </p:cNvPr>
            <p:cNvSpPr/>
            <p:nvPr/>
          </p:nvSpPr>
          <p:spPr bwMode="gray">
            <a:xfrm>
              <a:off x="3238840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99" name="btfpColumnIndicator530654">
              <a:extLst>
                <a:ext uri="{FF2B5EF4-FFF2-40B4-BE49-F238E27FC236}">
                  <a16:creationId xmlns:a16="http://schemas.microsoft.com/office/drawing/2014/main" id="{D60C4C0B-8F2F-9131-351B-CEEA222E778F}"/>
                </a:ext>
              </a:extLst>
            </p:cNvPr>
            <p:cNvCxnSpPr/>
            <p:nvPr/>
          </p:nvCxnSpPr>
          <p:spPr bwMode="gray">
            <a:xfrm flipV="1">
              <a:off x="496343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btfpColumnIndicator845853">
              <a:extLst>
                <a:ext uri="{FF2B5EF4-FFF2-40B4-BE49-F238E27FC236}">
                  <a16:creationId xmlns:a16="http://schemas.microsoft.com/office/drawing/2014/main" id="{C26E027A-6899-BF06-390A-DA610884BD1E}"/>
                </a:ext>
              </a:extLst>
            </p:cNvPr>
            <p:cNvCxnSpPr/>
            <p:nvPr/>
          </p:nvCxnSpPr>
          <p:spPr bwMode="gray">
            <a:xfrm flipV="1">
              <a:off x="377938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btfpColumnGapBlocker544116">
              <a:extLst>
                <a:ext uri="{FF2B5EF4-FFF2-40B4-BE49-F238E27FC236}">
                  <a16:creationId xmlns:a16="http://schemas.microsoft.com/office/drawing/2014/main" id="{4A9E83DD-1C5F-4BEE-7D90-3A3C31E9FDC3}"/>
                </a:ext>
              </a:extLst>
            </p:cNvPr>
            <p:cNvSpPr/>
            <p:nvPr/>
          </p:nvSpPr>
          <p:spPr bwMode="gray">
            <a:xfrm>
              <a:off x="1514248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93" name="btfpColumnIndicator890558">
              <a:extLst>
                <a:ext uri="{FF2B5EF4-FFF2-40B4-BE49-F238E27FC236}">
                  <a16:creationId xmlns:a16="http://schemas.microsoft.com/office/drawing/2014/main" id="{421C92AF-5367-B1CB-FFF7-1FD1B486A5B3}"/>
                </a:ext>
              </a:extLst>
            </p:cNvPr>
            <p:cNvCxnSpPr/>
            <p:nvPr/>
          </p:nvCxnSpPr>
          <p:spPr bwMode="gray">
            <a:xfrm flipV="1">
              <a:off x="323884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btfpColumnIndicator102099">
              <a:extLst>
                <a:ext uri="{FF2B5EF4-FFF2-40B4-BE49-F238E27FC236}">
                  <a16:creationId xmlns:a16="http://schemas.microsoft.com/office/drawing/2014/main" id="{C62693FE-4D78-DC09-821D-9ABD068E2668}"/>
                </a:ext>
              </a:extLst>
            </p:cNvPr>
            <p:cNvCxnSpPr/>
            <p:nvPr/>
          </p:nvCxnSpPr>
          <p:spPr bwMode="gray">
            <a:xfrm flipV="1">
              <a:off x="205479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btfpColumnGapBlocker960545">
              <a:extLst>
                <a:ext uri="{FF2B5EF4-FFF2-40B4-BE49-F238E27FC236}">
                  <a16:creationId xmlns:a16="http://schemas.microsoft.com/office/drawing/2014/main" id="{8C50089B-A5F3-0501-4FE5-897E486A1903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7" name="btfpColumnIndicator994173">
              <a:extLst>
                <a:ext uri="{FF2B5EF4-FFF2-40B4-BE49-F238E27FC236}">
                  <a16:creationId xmlns:a16="http://schemas.microsoft.com/office/drawing/2014/main" id="{750F9259-CBCE-4237-B247-F9C2F1D63AA2}"/>
                </a:ext>
              </a:extLst>
            </p:cNvPr>
            <p:cNvCxnSpPr/>
            <p:nvPr/>
          </p:nvCxnSpPr>
          <p:spPr bwMode="gray">
            <a:xfrm flipV="1">
              <a:off x="151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btfpColumnIndicator571075">
              <a:extLst>
                <a:ext uri="{FF2B5EF4-FFF2-40B4-BE49-F238E27FC236}">
                  <a16:creationId xmlns:a16="http://schemas.microsoft.com/office/drawing/2014/main" id="{6C9E0926-8C5F-DDB9-2468-8F2A1C1BE365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to the team!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3144057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overall_1_132139208421740297 columns_7_132139899315592662 41_1_132139899454625075 45_1_132139900173378453 46_1_132139900222165378 47_1_132139900249595439 48_1_132139900279609078 49_1_132139900302110716 50_1_132139900339580904 51_1_132139900377084682 52_1_132139900476444461 53_1_132139900564640373 54_1_132139900607113608 55_1_132139900642120466 56_1_132139900667061210 57_1_132139900694644092 58_1_132139900722141295 59_1_132139900847122384 62_1_132139901181892087 84_1_132139901544568959 </a:t>
            </a:r>
            <a:endParaRPr kumimoji="0" lang="en-US" sz="100" b="0" i="0" u="none" strike="noStrike" kern="1200" cap="none" spc="0" normalizeH="0" baseline="0" noProof="0" err="1">
              <a:ln>
                <a:noFill/>
              </a:ln>
              <a:solidFill>
                <a:srgbClr val="FFFFFF">
                  <a:alpha val="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Oval 44"/>
          <p:cNvSpPr/>
          <p:nvPr>
            <p:custDataLst>
              <p:tags r:id="rId2"/>
            </p:custDataLst>
          </p:nvPr>
        </p:nvSpPr>
        <p:spPr>
          <a:xfrm>
            <a:off x="330200" y="1838199"/>
            <a:ext cx="1280160" cy="1280160"/>
          </a:xfrm>
          <a:prstGeom prst="ellipse">
            <a:avLst/>
          </a:prstGeom>
          <a:solidFill>
            <a:srgbClr val="D6D6D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 member photo</a:t>
            </a:r>
          </a:p>
        </p:txBody>
      </p:sp>
      <p:sp>
        <p:nvSpPr>
          <p:cNvPr id="46" name="Oval 45"/>
          <p:cNvSpPr/>
          <p:nvPr>
            <p:custDataLst>
              <p:tags r:id="rId3"/>
            </p:custDataLst>
          </p:nvPr>
        </p:nvSpPr>
        <p:spPr>
          <a:xfrm>
            <a:off x="2054792" y="1838199"/>
            <a:ext cx="1280160" cy="1280160"/>
          </a:xfrm>
          <a:prstGeom prst="ellipse">
            <a:avLst/>
          </a:prstGeom>
          <a:solidFill>
            <a:srgbClr val="D6D6D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 member photo</a:t>
            </a:r>
          </a:p>
        </p:txBody>
      </p:sp>
      <p:sp>
        <p:nvSpPr>
          <p:cNvPr id="47" name="Oval 46"/>
          <p:cNvSpPr/>
          <p:nvPr>
            <p:custDataLst>
              <p:tags r:id="rId4"/>
            </p:custDataLst>
          </p:nvPr>
        </p:nvSpPr>
        <p:spPr>
          <a:xfrm>
            <a:off x="3779384" y="1838199"/>
            <a:ext cx="1280160" cy="1280160"/>
          </a:xfrm>
          <a:prstGeom prst="ellipse">
            <a:avLst/>
          </a:prstGeom>
          <a:solidFill>
            <a:srgbClr val="D6D6D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 member photo</a:t>
            </a:r>
          </a:p>
        </p:txBody>
      </p:sp>
      <p:sp>
        <p:nvSpPr>
          <p:cNvPr id="48" name="Oval 47"/>
          <p:cNvSpPr/>
          <p:nvPr>
            <p:custDataLst>
              <p:tags r:id="rId5"/>
            </p:custDataLst>
          </p:nvPr>
        </p:nvSpPr>
        <p:spPr>
          <a:xfrm>
            <a:off x="5503976" y="1838199"/>
            <a:ext cx="1280160" cy="1280160"/>
          </a:xfrm>
          <a:prstGeom prst="ellipse">
            <a:avLst/>
          </a:prstGeom>
          <a:solidFill>
            <a:srgbClr val="D6D6D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 member photo</a:t>
            </a:r>
          </a:p>
        </p:txBody>
      </p:sp>
      <p:sp>
        <p:nvSpPr>
          <p:cNvPr id="49" name="Oval 48"/>
          <p:cNvSpPr/>
          <p:nvPr>
            <p:custDataLst>
              <p:tags r:id="rId6"/>
            </p:custDataLst>
          </p:nvPr>
        </p:nvSpPr>
        <p:spPr>
          <a:xfrm>
            <a:off x="7228568" y="1838199"/>
            <a:ext cx="1280160" cy="1280160"/>
          </a:xfrm>
          <a:prstGeom prst="ellipse">
            <a:avLst/>
          </a:prstGeom>
          <a:solidFill>
            <a:srgbClr val="D6D6D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 member photo</a:t>
            </a:r>
          </a:p>
        </p:txBody>
      </p:sp>
      <p:sp>
        <p:nvSpPr>
          <p:cNvPr id="50" name="Oval 49"/>
          <p:cNvSpPr/>
          <p:nvPr>
            <p:custDataLst>
              <p:tags r:id="rId7"/>
            </p:custDataLst>
          </p:nvPr>
        </p:nvSpPr>
        <p:spPr>
          <a:xfrm>
            <a:off x="8953160" y="1838199"/>
            <a:ext cx="1280160" cy="1280160"/>
          </a:xfrm>
          <a:prstGeom prst="ellipse">
            <a:avLst/>
          </a:prstGeom>
          <a:solidFill>
            <a:srgbClr val="D6D6D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 member photo</a:t>
            </a:r>
          </a:p>
        </p:txBody>
      </p:sp>
      <p:sp>
        <p:nvSpPr>
          <p:cNvPr id="51" name="Oval 50"/>
          <p:cNvSpPr/>
          <p:nvPr>
            <p:custDataLst>
              <p:tags r:id="rId8"/>
            </p:custDataLst>
          </p:nvPr>
        </p:nvSpPr>
        <p:spPr>
          <a:xfrm>
            <a:off x="10677525" y="1838199"/>
            <a:ext cx="1280160" cy="1280160"/>
          </a:xfrm>
          <a:prstGeom prst="ellipse">
            <a:avLst/>
          </a:prstGeom>
          <a:solidFill>
            <a:srgbClr val="D6D6D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 member photo</a:t>
            </a:r>
          </a:p>
        </p:txBody>
      </p:sp>
      <p:sp>
        <p:nvSpPr>
          <p:cNvPr id="52" name="TextBox 51"/>
          <p:cNvSpPr txBox="1"/>
          <p:nvPr>
            <p:custDataLst>
              <p:tags r:id="rId9"/>
            </p:custDataLst>
          </p:nvPr>
        </p:nvSpPr>
        <p:spPr>
          <a:xfrm>
            <a:off x="330200" y="3245359"/>
            <a:ext cx="1175963" cy="338554"/>
          </a:xfrm>
          <a:prstGeom prst="rect">
            <a:avLst/>
          </a:prstGeom>
          <a:noFill/>
        </p:spPr>
        <p:txBody>
          <a:bodyPr wrap="none" lIns="45720" rIns="4572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Name (role)</a:t>
            </a:r>
          </a:p>
        </p:txBody>
      </p:sp>
      <p:sp>
        <p:nvSpPr>
          <p:cNvPr id="53" name="TextBox 52"/>
          <p:cNvSpPr txBox="1"/>
          <p:nvPr>
            <p:custDataLst>
              <p:tags r:id="rId10"/>
            </p:custDataLst>
          </p:nvPr>
        </p:nvSpPr>
        <p:spPr>
          <a:xfrm>
            <a:off x="2054792" y="3245359"/>
            <a:ext cx="1175963" cy="338554"/>
          </a:xfrm>
          <a:prstGeom prst="rect">
            <a:avLst/>
          </a:prstGeom>
          <a:noFill/>
        </p:spPr>
        <p:txBody>
          <a:bodyPr wrap="none" lIns="45720" rIns="4572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Name (role)</a:t>
            </a:r>
          </a:p>
        </p:txBody>
      </p:sp>
      <p:sp>
        <p:nvSpPr>
          <p:cNvPr id="54" name="TextBox 53"/>
          <p:cNvSpPr txBox="1"/>
          <p:nvPr>
            <p:custDataLst>
              <p:tags r:id="rId11"/>
            </p:custDataLst>
          </p:nvPr>
        </p:nvSpPr>
        <p:spPr>
          <a:xfrm>
            <a:off x="3779384" y="3245359"/>
            <a:ext cx="1175963" cy="338554"/>
          </a:xfrm>
          <a:prstGeom prst="rect">
            <a:avLst/>
          </a:prstGeom>
          <a:noFill/>
        </p:spPr>
        <p:txBody>
          <a:bodyPr wrap="none" lIns="45720" rIns="4572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Name (role)</a:t>
            </a:r>
          </a:p>
        </p:txBody>
      </p:sp>
      <p:sp>
        <p:nvSpPr>
          <p:cNvPr id="55" name="TextBox 54"/>
          <p:cNvSpPr txBox="1"/>
          <p:nvPr>
            <p:custDataLst>
              <p:tags r:id="rId12"/>
            </p:custDataLst>
          </p:nvPr>
        </p:nvSpPr>
        <p:spPr>
          <a:xfrm>
            <a:off x="5503976" y="3245359"/>
            <a:ext cx="1175963" cy="338554"/>
          </a:xfrm>
          <a:prstGeom prst="rect">
            <a:avLst/>
          </a:prstGeom>
          <a:noFill/>
        </p:spPr>
        <p:txBody>
          <a:bodyPr wrap="none" lIns="45720" rIns="4572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Name (role)</a:t>
            </a:r>
          </a:p>
        </p:txBody>
      </p:sp>
      <p:sp>
        <p:nvSpPr>
          <p:cNvPr id="56" name="TextBox 55"/>
          <p:cNvSpPr txBox="1"/>
          <p:nvPr>
            <p:custDataLst>
              <p:tags r:id="rId13"/>
            </p:custDataLst>
          </p:nvPr>
        </p:nvSpPr>
        <p:spPr>
          <a:xfrm>
            <a:off x="7228568" y="3245359"/>
            <a:ext cx="1175963" cy="338554"/>
          </a:xfrm>
          <a:prstGeom prst="rect">
            <a:avLst/>
          </a:prstGeom>
          <a:noFill/>
        </p:spPr>
        <p:txBody>
          <a:bodyPr wrap="none" lIns="45720" rIns="4572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Name (role)</a:t>
            </a:r>
          </a:p>
        </p:txBody>
      </p:sp>
      <p:sp>
        <p:nvSpPr>
          <p:cNvPr id="57" name="TextBox 56"/>
          <p:cNvSpPr txBox="1"/>
          <p:nvPr>
            <p:custDataLst>
              <p:tags r:id="rId14"/>
            </p:custDataLst>
          </p:nvPr>
        </p:nvSpPr>
        <p:spPr>
          <a:xfrm>
            <a:off x="8953160" y="3245359"/>
            <a:ext cx="1175963" cy="338554"/>
          </a:xfrm>
          <a:prstGeom prst="rect">
            <a:avLst/>
          </a:prstGeom>
          <a:noFill/>
        </p:spPr>
        <p:txBody>
          <a:bodyPr wrap="none" lIns="45720" rIns="4572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Name (role)</a:t>
            </a:r>
          </a:p>
        </p:txBody>
      </p:sp>
      <p:sp>
        <p:nvSpPr>
          <p:cNvPr id="58" name="TextBox 57"/>
          <p:cNvSpPr txBox="1"/>
          <p:nvPr>
            <p:custDataLst>
              <p:tags r:id="rId15"/>
            </p:custDataLst>
          </p:nvPr>
        </p:nvSpPr>
        <p:spPr>
          <a:xfrm>
            <a:off x="10677753" y="3245359"/>
            <a:ext cx="1175963" cy="338554"/>
          </a:xfrm>
          <a:prstGeom prst="rect">
            <a:avLst/>
          </a:prstGeom>
          <a:noFill/>
        </p:spPr>
        <p:txBody>
          <a:bodyPr wrap="none" lIns="45720" rIns="4572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Name (role)</a:t>
            </a:r>
          </a:p>
        </p:txBody>
      </p:sp>
      <p:grpSp>
        <p:nvGrpSpPr>
          <p:cNvPr id="59" name="btfpColumnHeaderBox986090"/>
          <p:cNvGrpSpPr/>
          <p:nvPr>
            <p:custDataLst>
              <p:tags r:id="rId16"/>
            </p:custDataLst>
          </p:nvPr>
        </p:nvGrpSpPr>
        <p:grpSpPr>
          <a:xfrm>
            <a:off x="330201" y="1395286"/>
            <a:ext cx="11531601" cy="315913"/>
            <a:chOff x="-600201" y="1270000"/>
            <a:chExt cx="1863586" cy="315913"/>
          </a:xfrm>
        </p:grpSpPr>
        <p:sp>
          <p:nvSpPr>
            <p:cNvPr id="60" name="btfpColumnHeaderBoxText986090"/>
            <p:cNvSpPr txBox="1"/>
            <p:nvPr/>
          </p:nvSpPr>
          <p:spPr bwMode="gray">
            <a:xfrm>
              <a:off x="-600201" y="1270000"/>
              <a:ext cx="1863586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Case Team</a:t>
              </a:r>
            </a:p>
          </p:txBody>
        </p:sp>
        <p:cxnSp>
          <p:nvCxnSpPr>
            <p:cNvPr id="61" name="btfpColumnHeaderBoxLine986090"/>
            <p:cNvCxnSpPr/>
            <p:nvPr/>
          </p:nvCxnSpPr>
          <p:spPr bwMode="gray">
            <a:xfrm>
              <a:off x="-600201" y="1585913"/>
              <a:ext cx="1863586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btfpBulletedList637317"/>
          <p:cNvSpPr txBox="1">
            <a:spLocks/>
          </p:cNvSpPr>
          <p:nvPr>
            <p:custDataLst>
              <p:tags r:id="rId17"/>
            </p:custDataLst>
          </p:nvPr>
        </p:nvSpPr>
        <p:spPr>
          <a:xfrm>
            <a:off x="330200" y="4153826"/>
            <a:ext cx="11531601" cy="2500848"/>
          </a:xfrm>
          <a:prstGeom prst="rect">
            <a:avLst/>
          </a:prstGeom>
        </p:spPr>
        <p:txBody>
          <a:bodyPr wrap="square"/>
          <a:lstStyle>
            <a:lvl1pPr marL="271463" marR="0" indent="-271463" algn="l" defTabSz="981075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ts val="2400"/>
              <a:buFont typeface="Verdana" pitchFamily="34" charset="0"/>
              <a:buChar char="•"/>
              <a:tabLst/>
              <a:def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574675" marR="0" indent="-119063" algn="l" defTabSz="98107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ts val="2200"/>
              <a:buFont typeface="Verdana"/>
              <a:buChar char="-"/>
              <a:tabLst/>
              <a:defRPr lang="en-CA" altLang="zh-CN" sz="1600" kern="120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2513" marR="0" indent="-287338" algn="l" defTabSz="98107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ts val="2200"/>
              <a:buFont typeface="Marlett" pitchFamily="2" charset="2"/>
              <a:buChar char="8"/>
              <a:tabLst/>
              <a:defRPr lang="zh-CN" altLang="en-US" sz="160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3896" marR="0" indent="-210312" algn="l" defTabSz="98133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Verdana" pitchFamily="34" charset="0"/>
              <a:buChar char="-"/>
              <a:tabLst/>
              <a:defRPr lang="en-CA" altLang="zh-C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8002" indent="-245334" algn="l" defTabSz="981334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698669" indent="-245334" algn="l" defTabSz="9813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89336" indent="-245334" algn="l" defTabSz="9813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80003" indent="-245334" algn="l" defTabSz="9813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0670" indent="-245334" algn="l" defTabSz="9813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81075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Tx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Name, hometown, tenure</a:t>
            </a:r>
          </a:p>
          <a:p>
            <a:pPr marL="177800" marR="0" lvl="0" indent="-177800" algn="l" defTabSz="981075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Tx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What are you most looking to gain from this case?</a:t>
            </a:r>
          </a:p>
          <a:p>
            <a:pPr marL="177800" marR="0" lvl="0" indent="-177800" algn="l" defTabSz="981075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Tx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Pick one or more of the below:</a:t>
            </a:r>
          </a:p>
          <a:p>
            <a:pPr marL="355600" marR="0" lvl="1" indent="-177800" algn="l" defTabSz="981075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Tx/>
              <a:buChar char="–"/>
              <a:tabLst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What date on your calendar are you looking forward to?</a:t>
            </a:r>
          </a:p>
          <a:p>
            <a:pPr marL="355600" marR="0" lvl="1" indent="-177800" algn="l" defTabSz="981075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Tx/>
              <a:buChar char="–"/>
              <a:tabLst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Name something your fellow Bainies would be surprised to learn about you</a:t>
            </a:r>
          </a:p>
          <a:p>
            <a:pPr marL="355600" marR="0" lvl="1" indent="-177800" algn="l" defTabSz="981075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Tx/>
              <a:buChar char="–"/>
              <a:tabLst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If you could snap your fingers and appear somewhere else, where would you be?</a:t>
            </a:r>
          </a:p>
        </p:txBody>
      </p:sp>
      <p:grpSp>
        <p:nvGrpSpPr>
          <p:cNvPr id="84" name="btfpColumnHeaderBox986090"/>
          <p:cNvGrpSpPr/>
          <p:nvPr>
            <p:custDataLst>
              <p:tags r:id="rId18"/>
            </p:custDataLst>
          </p:nvPr>
        </p:nvGrpSpPr>
        <p:grpSpPr>
          <a:xfrm>
            <a:off x="330199" y="3710913"/>
            <a:ext cx="11531602" cy="315913"/>
            <a:chOff x="369210" y="1491456"/>
            <a:chExt cx="998519" cy="315913"/>
          </a:xfrm>
        </p:grpSpPr>
        <p:sp>
          <p:nvSpPr>
            <p:cNvPr id="85" name="btfpColumnHeaderBoxText986090"/>
            <p:cNvSpPr txBox="1"/>
            <p:nvPr/>
          </p:nvSpPr>
          <p:spPr bwMode="gray">
            <a:xfrm>
              <a:off x="369210" y="1491456"/>
              <a:ext cx="998519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Introductions</a:t>
              </a:r>
            </a:p>
          </p:txBody>
        </p:sp>
        <p:cxnSp>
          <p:nvCxnSpPr>
            <p:cNvPr id="86" name="btfpColumnHeaderBoxLine986090"/>
            <p:cNvCxnSpPr/>
            <p:nvPr/>
          </p:nvCxnSpPr>
          <p:spPr bwMode="gray">
            <a:xfrm>
              <a:off x="369210" y="1807369"/>
              <a:ext cx="998519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btfpRunningAgenda1Level743991">
            <a:extLst>
              <a:ext uri="{FF2B5EF4-FFF2-40B4-BE49-F238E27FC236}">
                <a16:creationId xmlns:a16="http://schemas.microsoft.com/office/drawing/2014/main" id="{DF15F907-B8C9-9934-91AB-9C16C35778A3}"/>
              </a:ext>
            </a:extLst>
          </p:cNvPr>
          <p:cNvGrpSpPr/>
          <p:nvPr>
            <p:custDataLst>
              <p:tags r:id="rId19"/>
            </p:custDataLst>
          </p:nvPr>
        </p:nvGrpSpPr>
        <p:grpSpPr>
          <a:xfrm>
            <a:off x="0" y="944429"/>
            <a:ext cx="4469841" cy="257442"/>
            <a:chOff x="0" y="876300"/>
            <a:chExt cx="4469841" cy="257442"/>
          </a:xfrm>
        </p:grpSpPr>
        <p:sp>
          <p:nvSpPr>
            <p:cNvPr id="72" name="btfpRunningAgenda1LevelBarLeft743991">
              <a:extLst>
                <a:ext uri="{FF2B5EF4-FFF2-40B4-BE49-F238E27FC236}">
                  <a16:creationId xmlns:a16="http://schemas.microsoft.com/office/drawing/2014/main" id="{280EA967-90CB-C1A0-027E-03A1A70303C2}"/>
                </a:ext>
              </a:extLst>
            </p:cNvPr>
            <p:cNvSpPr/>
            <p:nvPr/>
          </p:nvSpPr>
          <p:spPr bwMode="gray">
            <a:xfrm>
              <a:off x="0" y="876300"/>
              <a:ext cx="4469841" cy="257442"/>
            </a:xfrm>
            <a:custGeom>
              <a:avLst/>
              <a:gdLst>
                <a:gd name="connsiteX0" fmla="*/ 960419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60419 w 1816204"/>
                <a:gd name="connsiteY0" fmla="*/ 0 h 257442"/>
                <a:gd name="connsiteX1" fmla="*/ 905699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60419 w 960419"/>
                <a:gd name="connsiteY0" fmla="*/ 0 h 257442"/>
                <a:gd name="connsiteX1" fmla="*/ 905699 w 960419"/>
                <a:gd name="connsiteY1" fmla="*/ 257442 h 257442"/>
                <a:gd name="connsiteX2" fmla="*/ 1 w 960419"/>
                <a:gd name="connsiteY2" fmla="*/ 257442 h 257442"/>
                <a:gd name="connsiteX3" fmla="*/ 0 w 960419"/>
                <a:gd name="connsiteY3" fmla="*/ 257442 h 257442"/>
                <a:gd name="connsiteX0" fmla="*/ 960418 w 960418"/>
                <a:gd name="connsiteY0" fmla="*/ 0 h 257442"/>
                <a:gd name="connsiteX1" fmla="*/ 905698 w 960418"/>
                <a:gd name="connsiteY1" fmla="*/ 257442 h 257442"/>
                <a:gd name="connsiteX2" fmla="*/ 0 w 960418"/>
                <a:gd name="connsiteY2" fmla="*/ 257442 h 257442"/>
                <a:gd name="connsiteX3" fmla="*/ 1 w 960418"/>
                <a:gd name="connsiteY3" fmla="*/ 0 h 257442"/>
                <a:gd name="connsiteX0" fmla="*/ 1120719 w 1120719"/>
                <a:gd name="connsiteY0" fmla="*/ 0 h 257442"/>
                <a:gd name="connsiteX1" fmla="*/ 905698 w 1120719"/>
                <a:gd name="connsiteY1" fmla="*/ 257442 h 257442"/>
                <a:gd name="connsiteX2" fmla="*/ 0 w 1120719"/>
                <a:gd name="connsiteY2" fmla="*/ 257442 h 257442"/>
                <a:gd name="connsiteX3" fmla="*/ 1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1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1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425290 w 1425290"/>
                <a:gd name="connsiteY0" fmla="*/ 0 h 257442"/>
                <a:gd name="connsiteX1" fmla="*/ 1065998 w 1425290"/>
                <a:gd name="connsiteY1" fmla="*/ 257442 h 257442"/>
                <a:gd name="connsiteX2" fmla="*/ 0 w 1425290"/>
                <a:gd name="connsiteY2" fmla="*/ 257442 h 257442"/>
                <a:gd name="connsiteX3" fmla="*/ 0 w 1425290"/>
                <a:gd name="connsiteY3" fmla="*/ 0 h 257442"/>
                <a:gd name="connsiteX0" fmla="*/ 1425290 w 1425290"/>
                <a:gd name="connsiteY0" fmla="*/ 0 h 257442"/>
                <a:gd name="connsiteX1" fmla="*/ 1370568 w 1425290"/>
                <a:gd name="connsiteY1" fmla="*/ 257442 h 257442"/>
                <a:gd name="connsiteX2" fmla="*/ 0 w 1425290"/>
                <a:gd name="connsiteY2" fmla="*/ 257442 h 257442"/>
                <a:gd name="connsiteX3" fmla="*/ 0 w 1425290"/>
                <a:gd name="connsiteY3" fmla="*/ 0 h 257442"/>
                <a:gd name="connsiteX0" fmla="*/ 1425291 w 1425291"/>
                <a:gd name="connsiteY0" fmla="*/ 0 h 257442"/>
                <a:gd name="connsiteX1" fmla="*/ 1370569 w 1425291"/>
                <a:gd name="connsiteY1" fmla="*/ 257442 h 257442"/>
                <a:gd name="connsiteX2" fmla="*/ 0 w 1425291"/>
                <a:gd name="connsiteY2" fmla="*/ 257442 h 257442"/>
                <a:gd name="connsiteX3" fmla="*/ 1 w 1425291"/>
                <a:gd name="connsiteY3" fmla="*/ 0 h 257442"/>
                <a:gd name="connsiteX0" fmla="*/ 1425291 w 1425291"/>
                <a:gd name="connsiteY0" fmla="*/ 0 h 257442"/>
                <a:gd name="connsiteX1" fmla="*/ 1370569 w 1425291"/>
                <a:gd name="connsiteY1" fmla="*/ 257442 h 257442"/>
                <a:gd name="connsiteX2" fmla="*/ 0 w 1425291"/>
                <a:gd name="connsiteY2" fmla="*/ 257442 h 257442"/>
                <a:gd name="connsiteX3" fmla="*/ 1 w 1425291"/>
                <a:gd name="connsiteY3" fmla="*/ 0 h 257442"/>
                <a:gd name="connsiteX0" fmla="*/ 1694596 w 1694596"/>
                <a:gd name="connsiteY0" fmla="*/ 0 h 257442"/>
                <a:gd name="connsiteX1" fmla="*/ 1370569 w 1694596"/>
                <a:gd name="connsiteY1" fmla="*/ 257442 h 257442"/>
                <a:gd name="connsiteX2" fmla="*/ 0 w 1694596"/>
                <a:gd name="connsiteY2" fmla="*/ 257442 h 257442"/>
                <a:gd name="connsiteX3" fmla="*/ 1 w 1694596"/>
                <a:gd name="connsiteY3" fmla="*/ 0 h 257442"/>
                <a:gd name="connsiteX0" fmla="*/ 1694596 w 1694596"/>
                <a:gd name="connsiteY0" fmla="*/ 0 h 257442"/>
                <a:gd name="connsiteX1" fmla="*/ 1639874 w 1694596"/>
                <a:gd name="connsiteY1" fmla="*/ 257442 h 257442"/>
                <a:gd name="connsiteX2" fmla="*/ 0 w 1694596"/>
                <a:gd name="connsiteY2" fmla="*/ 257442 h 257442"/>
                <a:gd name="connsiteX3" fmla="*/ 1 w 1694596"/>
                <a:gd name="connsiteY3" fmla="*/ 0 h 257442"/>
                <a:gd name="connsiteX0" fmla="*/ 1694596 w 1694596"/>
                <a:gd name="connsiteY0" fmla="*/ 0 h 257442"/>
                <a:gd name="connsiteX1" fmla="*/ 1639874 w 1694596"/>
                <a:gd name="connsiteY1" fmla="*/ 257442 h 257442"/>
                <a:gd name="connsiteX2" fmla="*/ 0 w 1694596"/>
                <a:gd name="connsiteY2" fmla="*/ 257442 h 257442"/>
                <a:gd name="connsiteX3" fmla="*/ 1 w 1694596"/>
                <a:gd name="connsiteY3" fmla="*/ 0 h 257442"/>
                <a:gd name="connsiteX0" fmla="*/ 1694596 w 1694596"/>
                <a:gd name="connsiteY0" fmla="*/ 0 h 257442"/>
                <a:gd name="connsiteX1" fmla="*/ 1639874 w 1694596"/>
                <a:gd name="connsiteY1" fmla="*/ 257442 h 257442"/>
                <a:gd name="connsiteX2" fmla="*/ 0 w 1694596"/>
                <a:gd name="connsiteY2" fmla="*/ 257442 h 257442"/>
                <a:gd name="connsiteX3" fmla="*/ 0 w 1694596"/>
                <a:gd name="connsiteY3" fmla="*/ 0 h 257442"/>
                <a:gd name="connsiteX0" fmla="*/ 1872527 w 1872527"/>
                <a:gd name="connsiteY0" fmla="*/ 0 h 257442"/>
                <a:gd name="connsiteX1" fmla="*/ 1639874 w 1872527"/>
                <a:gd name="connsiteY1" fmla="*/ 257442 h 257442"/>
                <a:gd name="connsiteX2" fmla="*/ 0 w 1872527"/>
                <a:gd name="connsiteY2" fmla="*/ 257442 h 257442"/>
                <a:gd name="connsiteX3" fmla="*/ 0 w 1872527"/>
                <a:gd name="connsiteY3" fmla="*/ 0 h 257442"/>
                <a:gd name="connsiteX0" fmla="*/ 1872527 w 1872527"/>
                <a:gd name="connsiteY0" fmla="*/ 0 h 257442"/>
                <a:gd name="connsiteX1" fmla="*/ 1817806 w 1872527"/>
                <a:gd name="connsiteY1" fmla="*/ 257442 h 257442"/>
                <a:gd name="connsiteX2" fmla="*/ 0 w 1872527"/>
                <a:gd name="connsiteY2" fmla="*/ 257442 h 257442"/>
                <a:gd name="connsiteX3" fmla="*/ 0 w 1872527"/>
                <a:gd name="connsiteY3" fmla="*/ 0 h 257442"/>
                <a:gd name="connsiteX0" fmla="*/ 1872527 w 1872527"/>
                <a:gd name="connsiteY0" fmla="*/ 0 h 257442"/>
                <a:gd name="connsiteX1" fmla="*/ 1817806 w 1872527"/>
                <a:gd name="connsiteY1" fmla="*/ 257442 h 257442"/>
                <a:gd name="connsiteX2" fmla="*/ 0 w 1872527"/>
                <a:gd name="connsiteY2" fmla="*/ 257442 h 257442"/>
                <a:gd name="connsiteX3" fmla="*/ 0 w 1872527"/>
                <a:gd name="connsiteY3" fmla="*/ 0 h 257442"/>
                <a:gd name="connsiteX0" fmla="*/ 1872527 w 1872527"/>
                <a:gd name="connsiteY0" fmla="*/ 0 h 257442"/>
                <a:gd name="connsiteX1" fmla="*/ 1817806 w 1872527"/>
                <a:gd name="connsiteY1" fmla="*/ 257442 h 257442"/>
                <a:gd name="connsiteX2" fmla="*/ 0 w 1872527"/>
                <a:gd name="connsiteY2" fmla="*/ 257442 h 257442"/>
                <a:gd name="connsiteX3" fmla="*/ 0 w 1872527"/>
                <a:gd name="connsiteY3" fmla="*/ 0 h 257442"/>
                <a:gd name="connsiteX0" fmla="*/ 2125802 w 2125802"/>
                <a:gd name="connsiteY0" fmla="*/ 0 h 257442"/>
                <a:gd name="connsiteX1" fmla="*/ 1817806 w 2125802"/>
                <a:gd name="connsiteY1" fmla="*/ 257442 h 257442"/>
                <a:gd name="connsiteX2" fmla="*/ 0 w 2125802"/>
                <a:gd name="connsiteY2" fmla="*/ 257442 h 257442"/>
                <a:gd name="connsiteX3" fmla="*/ 0 w 2125802"/>
                <a:gd name="connsiteY3" fmla="*/ 0 h 257442"/>
                <a:gd name="connsiteX0" fmla="*/ 2125802 w 2125802"/>
                <a:gd name="connsiteY0" fmla="*/ 0 h 257442"/>
                <a:gd name="connsiteX1" fmla="*/ 2071080 w 2125802"/>
                <a:gd name="connsiteY1" fmla="*/ 257442 h 257442"/>
                <a:gd name="connsiteX2" fmla="*/ 0 w 2125802"/>
                <a:gd name="connsiteY2" fmla="*/ 257442 h 257442"/>
                <a:gd name="connsiteX3" fmla="*/ 0 w 2125802"/>
                <a:gd name="connsiteY3" fmla="*/ 0 h 257442"/>
                <a:gd name="connsiteX0" fmla="*/ 2125803 w 2125803"/>
                <a:gd name="connsiteY0" fmla="*/ 0 h 257442"/>
                <a:gd name="connsiteX1" fmla="*/ 2071081 w 2125803"/>
                <a:gd name="connsiteY1" fmla="*/ 257442 h 257442"/>
                <a:gd name="connsiteX2" fmla="*/ 0 w 2125803"/>
                <a:gd name="connsiteY2" fmla="*/ 257442 h 257442"/>
                <a:gd name="connsiteX3" fmla="*/ 1 w 2125803"/>
                <a:gd name="connsiteY3" fmla="*/ 0 h 257442"/>
                <a:gd name="connsiteX0" fmla="*/ 2125803 w 2125803"/>
                <a:gd name="connsiteY0" fmla="*/ 0 h 257442"/>
                <a:gd name="connsiteX1" fmla="*/ 2071081 w 2125803"/>
                <a:gd name="connsiteY1" fmla="*/ 257442 h 257442"/>
                <a:gd name="connsiteX2" fmla="*/ 0 w 2125803"/>
                <a:gd name="connsiteY2" fmla="*/ 257442 h 257442"/>
                <a:gd name="connsiteX3" fmla="*/ 1 w 2125803"/>
                <a:gd name="connsiteY3" fmla="*/ 0 h 257442"/>
                <a:gd name="connsiteX0" fmla="*/ 2300979 w 2300979"/>
                <a:gd name="connsiteY0" fmla="*/ 0 h 257442"/>
                <a:gd name="connsiteX1" fmla="*/ 2071081 w 2300979"/>
                <a:gd name="connsiteY1" fmla="*/ 257442 h 257442"/>
                <a:gd name="connsiteX2" fmla="*/ 0 w 2300979"/>
                <a:gd name="connsiteY2" fmla="*/ 257442 h 257442"/>
                <a:gd name="connsiteX3" fmla="*/ 1 w 2300979"/>
                <a:gd name="connsiteY3" fmla="*/ 0 h 257442"/>
                <a:gd name="connsiteX0" fmla="*/ 2300979 w 2300979"/>
                <a:gd name="connsiteY0" fmla="*/ 0 h 257442"/>
                <a:gd name="connsiteX1" fmla="*/ 2246258 w 2300979"/>
                <a:gd name="connsiteY1" fmla="*/ 257442 h 257442"/>
                <a:gd name="connsiteX2" fmla="*/ 0 w 2300979"/>
                <a:gd name="connsiteY2" fmla="*/ 257442 h 257442"/>
                <a:gd name="connsiteX3" fmla="*/ 1 w 2300979"/>
                <a:gd name="connsiteY3" fmla="*/ 0 h 257442"/>
                <a:gd name="connsiteX0" fmla="*/ 2300978 w 2300978"/>
                <a:gd name="connsiteY0" fmla="*/ 0 h 257442"/>
                <a:gd name="connsiteX1" fmla="*/ 2246257 w 2300978"/>
                <a:gd name="connsiteY1" fmla="*/ 257442 h 257442"/>
                <a:gd name="connsiteX2" fmla="*/ 0 w 2300978"/>
                <a:gd name="connsiteY2" fmla="*/ 257442 h 257442"/>
                <a:gd name="connsiteX3" fmla="*/ 0 w 2300978"/>
                <a:gd name="connsiteY3" fmla="*/ 0 h 257442"/>
                <a:gd name="connsiteX0" fmla="*/ 2300979 w 2300979"/>
                <a:gd name="connsiteY0" fmla="*/ 0 h 257442"/>
                <a:gd name="connsiteX1" fmla="*/ 2246258 w 2300979"/>
                <a:gd name="connsiteY1" fmla="*/ 257442 h 257442"/>
                <a:gd name="connsiteX2" fmla="*/ 1 w 2300979"/>
                <a:gd name="connsiteY2" fmla="*/ 257442 h 257442"/>
                <a:gd name="connsiteX3" fmla="*/ 0 w 2300979"/>
                <a:gd name="connsiteY3" fmla="*/ 0 h 257442"/>
                <a:gd name="connsiteX0" fmla="*/ 2570283 w 2570283"/>
                <a:gd name="connsiteY0" fmla="*/ 0 h 257442"/>
                <a:gd name="connsiteX1" fmla="*/ 2246258 w 2570283"/>
                <a:gd name="connsiteY1" fmla="*/ 257442 h 257442"/>
                <a:gd name="connsiteX2" fmla="*/ 1 w 2570283"/>
                <a:gd name="connsiteY2" fmla="*/ 257442 h 257442"/>
                <a:gd name="connsiteX3" fmla="*/ 0 w 2570283"/>
                <a:gd name="connsiteY3" fmla="*/ 0 h 257442"/>
                <a:gd name="connsiteX0" fmla="*/ 2570283 w 2570283"/>
                <a:gd name="connsiteY0" fmla="*/ 0 h 257442"/>
                <a:gd name="connsiteX1" fmla="*/ 2515562 w 2570283"/>
                <a:gd name="connsiteY1" fmla="*/ 257442 h 257442"/>
                <a:gd name="connsiteX2" fmla="*/ 1 w 2570283"/>
                <a:gd name="connsiteY2" fmla="*/ 257442 h 257442"/>
                <a:gd name="connsiteX3" fmla="*/ 0 w 2570283"/>
                <a:gd name="connsiteY3" fmla="*/ 0 h 257442"/>
                <a:gd name="connsiteX0" fmla="*/ 2570283 w 2570283"/>
                <a:gd name="connsiteY0" fmla="*/ 0 h 257442"/>
                <a:gd name="connsiteX1" fmla="*/ 2515562 w 2570283"/>
                <a:gd name="connsiteY1" fmla="*/ 257442 h 257442"/>
                <a:gd name="connsiteX2" fmla="*/ 1 w 2570283"/>
                <a:gd name="connsiteY2" fmla="*/ 257442 h 257442"/>
                <a:gd name="connsiteX3" fmla="*/ 0 w 2570283"/>
                <a:gd name="connsiteY3" fmla="*/ 0 h 257442"/>
                <a:gd name="connsiteX0" fmla="*/ 2570282 w 2570282"/>
                <a:gd name="connsiteY0" fmla="*/ 0 h 257442"/>
                <a:gd name="connsiteX1" fmla="*/ 2515561 w 2570282"/>
                <a:gd name="connsiteY1" fmla="*/ 257442 h 257442"/>
                <a:gd name="connsiteX2" fmla="*/ 0 w 2570282"/>
                <a:gd name="connsiteY2" fmla="*/ 257442 h 257442"/>
                <a:gd name="connsiteX3" fmla="*/ 0 w 2570282"/>
                <a:gd name="connsiteY3" fmla="*/ 0 h 257442"/>
                <a:gd name="connsiteX0" fmla="*/ 2738597 w 2738597"/>
                <a:gd name="connsiteY0" fmla="*/ 0 h 257442"/>
                <a:gd name="connsiteX1" fmla="*/ 2515561 w 2738597"/>
                <a:gd name="connsiteY1" fmla="*/ 257442 h 257442"/>
                <a:gd name="connsiteX2" fmla="*/ 0 w 2738597"/>
                <a:gd name="connsiteY2" fmla="*/ 257442 h 257442"/>
                <a:gd name="connsiteX3" fmla="*/ 0 w 2738597"/>
                <a:gd name="connsiteY3" fmla="*/ 0 h 257442"/>
                <a:gd name="connsiteX0" fmla="*/ 2738597 w 2738597"/>
                <a:gd name="connsiteY0" fmla="*/ 0 h 257442"/>
                <a:gd name="connsiteX1" fmla="*/ 2683876 w 2738597"/>
                <a:gd name="connsiteY1" fmla="*/ 257442 h 257442"/>
                <a:gd name="connsiteX2" fmla="*/ 0 w 2738597"/>
                <a:gd name="connsiteY2" fmla="*/ 257442 h 257442"/>
                <a:gd name="connsiteX3" fmla="*/ 0 w 2738597"/>
                <a:gd name="connsiteY3" fmla="*/ 0 h 257442"/>
                <a:gd name="connsiteX0" fmla="*/ 2738598 w 2738598"/>
                <a:gd name="connsiteY0" fmla="*/ 0 h 257442"/>
                <a:gd name="connsiteX1" fmla="*/ 2683877 w 2738598"/>
                <a:gd name="connsiteY1" fmla="*/ 257442 h 257442"/>
                <a:gd name="connsiteX2" fmla="*/ 0 w 2738598"/>
                <a:gd name="connsiteY2" fmla="*/ 257442 h 257442"/>
                <a:gd name="connsiteX3" fmla="*/ 1 w 2738598"/>
                <a:gd name="connsiteY3" fmla="*/ 0 h 257442"/>
                <a:gd name="connsiteX0" fmla="*/ 2738598 w 2738598"/>
                <a:gd name="connsiteY0" fmla="*/ 0 h 257442"/>
                <a:gd name="connsiteX1" fmla="*/ 2683877 w 2738598"/>
                <a:gd name="connsiteY1" fmla="*/ 257442 h 257442"/>
                <a:gd name="connsiteX2" fmla="*/ 0 w 2738598"/>
                <a:gd name="connsiteY2" fmla="*/ 257442 h 257442"/>
                <a:gd name="connsiteX3" fmla="*/ 0 w 2738598"/>
                <a:gd name="connsiteY3" fmla="*/ 0 h 257442"/>
                <a:gd name="connsiteX0" fmla="*/ 2916531 w 2916531"/>
                <a:gd name="connsiteY0" fmla="*/ 0 h 257442"/>
                <a:gd name="connsiteX1" fmla="*/ 2683877 w 2916531"/>
                <a:gd name="connsiteY1" fmla="*/ 257442 h 257442"/>
                <a:gd name="connsiteX2" fmla="*/ 0 w 2916531"/>
                <a:gd name="connsiteY2" fmla="*/ 257442 h 257442"/>
                <a:gd name="connsiteX3" fmla="*/ 0 w 2916531"/>
                <a:gd name="connsiteY3" fmla="*/ 0 h 257442"/>
                <a:gd name="connsiteX0" fmla="*/ 2916531 w 2916531"/>
                <a:gd name="connsiteY0" fmla="*/ 0 h 257442"/>
                <a:gd name="connsiteX1" fmla="*/ 2861810 w 2916531"/>
                <a:gd name="connsiteY1" fmla="*/ 257442 h 257442"/>
                <a:gd name="connsiteX2" fmla="*/ 0 w 2916531"/>
                <a:gd name="connsiteY2" fmla="*/ 257442 h 257442"/>
                <a:gd name="connsiteX3" fmla="*/ 0 w 2916531"/>
                <a:gd name="connsiteY3" fmla="*/ 0 h 257442"/>
                <a:gd name="connsiteX0" fmla="*/ 2916531 w 2916531"/>
                <a:gd name="connsiteY0" fmla="*/ 0 h 257442"/>
                <a:gd name="connsiteX1" fmla="*/ 2861810 w 2916531"/>
                <a:gd name="connsiteY1" fmla="*/ 257442 h 257442"/>
                <a:gd name="connsiteX2" fmla="*/ 0 w 2916531"/>
                <a:gd name="connsiteY2" fmla="*/ 257442 h 257442"/>
                <a:gd name="connsiteX3" fmla="*/ 0 w 2916531"/>
                <a:gd name="connsiteY3" fmla="*/ 0 h 257442"/>
                <a:gd name="connsiteX0" fmla="*/ 2916531 w 2916531"/>
                <a:gd name="connsiteY0" fmla="*/ 0 h 257442"/>
                <a:gd name="connsiteX1" fmla="*/ 2861810 w 2916531"/>
                <a:gd name="connsiteY1" fmla="*/ 257442 h 257442"/>
                <a:gd name="connsiteX2" fmla="*/ 0 w 2916531"/>
                <a:gd name="connsiteY2" fmla="*/ 257442 h 257442"/>
                <a:gd name="connsiteX3" fmla="*/ 0 w 2916531"/>
                <a:gd name="connsiteY3" fmla="*/ 0 h 257442"/>
                <a:gd name="connsiteX0" fmla="*/ 3120113 w 3120113"/>
                <a:gd name="connsiteY0" fmla="*/ 0 h 257442"/>
                <a:gd name="connsiteX1" fmla="*/ 2861810 w 3120113"/>
                <a:gd name="connsiteY1" fmla="*/ 257442 h 257442"/>
                <a:gd name="connsiteX2" fmla="*/ 0 w 3120113"/>
                <a:gd name="connsiteY2" fmla="*/ 257442 h 257442"/>
                <a:gd name="connsiteX3" fmla="*/ 0 w 3120113"/>
                <a:gd name="connsiteY3" fmla="*/ 0 h 257442"/>
                <a:gd name="connsiteX0" fmla="*/ 3120113 w 3120113"/>
                <a:gd name="connsiteY0" fmla="*/ 0 h 257442"/>
                <a:gd name="connsiteX1" fmla="*/ 3065392 w 3120113"/>
                <a:gd name="connsiteY1" fmla="*/ 257442 h 257442"/>
                <a:gd name="connsiteX2" fmla="*/ 0 w 3120113"/>
                <a:gd name="connsiteY2" fmla="*/ 257442 h 257442"/>
                <a:gd name="connsiteX3" fmla="*/ 0 w 3120113"/>
                <a:gd name="connsiteY3" fmla="*/ 0 h 257442"/>
                <a:gd name="connsiteX0" fmla="*/ 3120113 w 3120113"/>
                <a:gd name="connsiteY0" fmla="*/ 0 h 257442"/>
                <a:gd name="connsiteX1" fmla="*/ 3065392 w 3120113"/>
                <a:gd name="connsiteY1" fmla="*/ 257442 h 257442"/>
                <a:gd name="connsiteX2" fmla="*/ 0 w 3120113"/>
                <a:gd name="connsiteY2" fmla="*/ 257442 h 257442"/>
                <a:gd name="connsiteX3" fmla="*/ 0 w 3120113"/>
                <a:gd name="connsiteY3" fmla="*/ 0 h 257442"/>
                <a:gd name="connsiteX0" fmla="*/ 3120113 w 3120113"/>
                <a:gd name="connsiteY0" fmla="*/ 0 h 257442"/>
                <a:gd name="connsiteX1" fmla="*/ 3065392 w 3120113"/>
                <a:gd name="connsiteY1" fmla="*/ 257442 h 257442"/>
                <a:gd name="connsiteX2" fmla="*/ 0 w 3120113"/>
                <a:gd name="connsiteY2" fmla="*/ 257442 h 257442"/>
                <a:gd name="connsiteX3" fmla="*/ 0 w 3120113"/>
                <a:gd name="connsiteY3" fmla="*/ 0 h 257442"/>
                <a:gd name="connsiteX0" fmla="*/ 3373387 w 3373387"/>
                <a:gd name="connsiteY0" fmla="*/ 0 h 257442"/>
                <a:gd name="connsiteX1" fmla="*/ 3065392 w 3373387"/>
                <a:gd name="connsiteY1" fmla="*/ 257442 h 257442"/>
                <a:gd name="connsiteX2" fmla="*/ 0 w 3373387"/>
                <a:gd name="connsiteY2" fmla="*/ 257442 h 257442"/>
                <a:gd name="connsiteX3" fmla="*/ 0 w 3373387"/>
                <a:gd name="connsiteY3" fmla="*/ 0 h 257442"/>
                <a:gd name="connsiteX0" fmla="*/ 3373387 w 3373387"/>
                <a:gd name="connsiteY0" fmla="*/ 0 h 257442"/>
                <a:gd name="connsiteX1" fmla="*/ 3318666 w 3373387"/>
                <a:gd name="connsiteY1" fmla="*/ 257442 h 257442"/>
                <a:gd name="connsiteX2" fmla="*/ 0 w 3373387"/>
                <a:gd name="connsiteY2" fmla="*/ 257442 h 257442"/>
                <a:gd name="connsiteX3" fmla="*/ 0 w 3373387"/>
                <a:gd name="connsiteY3" fmla="*/ 0 h 257442"/>
                <a:gd name="connsiteX0" fmla="*/ 3373387 w 3373387"/>
                <a:gd name="connsiteY0" fmla="*/ 0 h 257442"/>
                <a:gd name="connsiteX1" fmla="*/ 3318666 w 3373387"/>
                <a:gd name="connsiteY1" fmla="*/ 257442 h 257442"/>
                <a:gd name="connsiteX2" fmla="*/ 0 w 3373387"/>
                <a:gd name="connsiteY2" fmla="*/ 257442 h 257442"/>
                <a:gd name="connsiteX3" fmla="*/ 0 w 3373387"/>
                <a:gd name="connsiteY3" fmla="*/ 0 h 257442"/>
                <a:gd name="connsiteX0" fmla="*/ 3373387 w 3373387"/>
                <a:gd name="connsiteY0" fmla="*/ 0 h 257442"/>
                <a:gd name="connsiteX1" fmla="*/ 3318666 w 3373387"/>
                <a:gd name="connsiteY1" fmla="*/ 257442 h 257442"/>
                <a:gd name="connsiteX2" fmla="*/ 0 w 3373387"/>
                <a:gd name="connsiteY2" fmla="*/ 257442 h 257442"/>
                <a:gd name="connsiteX3" fmla="*/ 0 w 3373387"/>
                <a:gd name="connsiteY3" fmla="*/ 0 h 257442"/>
                <a:gd name="connsiteX0" fmla="*/ 3541702 w 3541702"/>
                <a:gd name="connsiteY0" fmla="*/ 0 h 257442"/>
                <a:gd name="connsiteX1" fmla="*/ 3318666 w 3541702"/>
                <a:gd name="connsiteY1" fmla="*/ 257442 h 257442"/>
                <a:gd name="connsiteX2" fmla="*/ 0 w 3541702"/>
                <a:gd name="connsiteY2" fmla="*/ 257442 h 257442"/>
                <a:gd name="connsiteX3" fmla="*/ 0 w 3541702"/>
                <a:gd name="connsiteY3" fmla="*/ 0 h 257442"/>
                <a:gd name="connsiteX0" fmla="*/ 3541702 w 3541702"/>
                <a:gd name="connsiteY0" fmla="*/ 0 h 257442"/>
                <a:gd name="connsiteX1" fmla="*/ 3486980 w 3541702"/>
                <a:gd name="connsiteY1" fmla="*/ 257442 h 257442"/>
                <a:gd name="connsiteX2" fmla="*/ 0 w 3541702"/>
                <a:gd name="connsiteY2" fmla="*/ 257442 h 257442"/>
                <a:gd name="connsiteX3" fmla="*/ 0 w 3541702"/>
                <a:gd name="connsiteY3" fmla="*/ 0 h 257442"/>
                <a:gd name="connsiteX0" fmla="*/ 3541703 w 3541703"/>
                <a:gd name="connsiteY0" fmla="*/ 0 h 257442"/>
                <a:gd name="connsiteX1" fmla="*/ 3486981 w 3541703"/>
                <a:gd name="connsiteY1" fmla="*/ 257442 h 257442"/>
                <a:gd name="connsiteX2" fmla="*/ 0 w 3541703"/>
                <a:gd name="connsiteY2" fmla="*/ 257442 h 257442"/>
                <a:gd name="connsiteX3" fmla="*/ 1 w 3541703"/>
                <a:gd name="connsiteY3" fmla="*/ 0 h 257442"/>
                <a:gd name="connsiteX0" fmla="*/ 3541703 w 3541703"/>
                <a:gd name="connsiteY0" fmla="*/ 0 h 257442"/>
                <a:gd name="connsiteX1" fmla="*/ 3486981 w 3541703"/>
                <a:gd name="connsiteY1" fmla="*/ 257442 h 257442"/>
                <a:gd name="connsiteX2" fmla="*/ 0 w 3541703"/>
                <a:gd name="connsiteY2" fmla="*/ 257442 h 257442"/>
                <a:gd name="connsiteX3" fmla="*/ 1 w 3541703"/>
                <a:gd name="connsiteY3" fmla="*/ 0 h 257442"/>
                <a:gd name="connsiteX0" fmla="*/ 3702004 w 3702004"/>
                <a:gd name="connsiteY0" fmla="*/ 0 h 257442"/>
                <a:gd name="connsiteX1" fmla="*/ 3486981 w 3702004"/>
                <a:gd name="connsiteY1" fmla="*/ 257442 h 257442"/>
                <a:gd name="connsiteX2" fmla="*/ 0 w 3702004"/>
                <a:gd name="connsiteY2" fmla="*/ 257442 h 257442"/>
                <a:gd name="connsiteX3" fmla="*/ 1 w 3702004"/>
                <a:gd name="connsiteY3" fmla="*/ 0 h 257442"/>
                <a:gd name="connsiteX0" fmla="*/ 3702004 w 3702004"/>
                <a:gd name="connsiteY0" fmla="*/ 0 h 257442"/>
                <a:gd name="connsiteX1" fmla="*/ 3647282 w 3702004"/>
                <a:gd name="connsiteY1" fmla="*/ 257442 h 257442"/>
                <a:gd name="connsiteX2" fmla="*/ 0 w 3702004"/>
                <a:gd name="connsiteY2" fmla="*/ 257442 h 257442"/>
                <a:gd name="connsiteX3" fmla="*/ 1 w 3702004"/>
                <a:gd name="connsiteY3" fmla="*/ 0 h 257442"/>
                <a:gd name="connsiteX0" fmla="*/ 3702004 w 3702004"/>
                <a:gd name="connsiteY0" fmla="*/ 0 h 257442"/>
                <a:gd name="connsiteX1" fmla="*/ 3647282 w 3702004"/>
                <a:gd name="connsiteY1" fmla="*/ 257442 h 257442"/>
                <a:gd name="connsiteX2" fmla="*/ 0 w 3702004"/>
                <a:gd name="connsiteY2" fmla="*/ 257442 h 257442"/>
                <a:gd name="connsiteX3" fmla="*/ 1 w 3702004"/>
                <a:gd name="connsiteY3" fmla="*/ 0 h 257442"/>
                <a:gd name="connsiteX0" fmla="*/ 3702004 w 3702004"/>
                <a:gd name="connsiteY0" fmla="*/ 0 h 257442"/>
                <a:gd name="connsiteX1" fmla="*/ 3647282 w 3702004"/>
                <a:gd name="connsiteY1" fmla="*/ 257442 h 257442"/>
                <a:gd name="connsiteX2" fmla="*/ 0 w 3702004"/>
                <a:gd name="connsiteY2" fmla="*/ 257442 h 257442"/>
                <a:gd name="connsiteX3" fmla="*/ 0 w 3702004"/>
                <a:gd name="connsiteY3" fmla="*/ 0 h 257442"/>
                <a:gd name="connsiteX0" fmla="*/ 3955277 w 3955277"/>
                <a:gd name="connsiteY0" fmla="*/ 0 h 257442"/>
                <a:gd name="connsiteX1" fmla="*/ 3647282 w 3955277"/>
                <a:gd name="connsiteY1" fmla="*/ 257442 h 257442"/>
                <a:gd name="connsiteX2" fmla="*/ 0 w 3955277"/>
                <a:gd name="connsiteY2" fmla="*/ 257442 h 257442"/>
                <a:gd name="connsiteX3" fmla="*/ 0 w 3955277"/>
                <a:gd name="connsiteY3" fmla="*/ 0 h 257442"/>
                <a:gd name="connsiteX0" fmla="*/ 3955277 w 3955277"/>
                <a:gd name="connsiteY0" fmla="*/ 0 h 257442"/>
                <a:gd name="connsiteX1" fmla="*/ 3900556 w 3955277"/>
                <a:gd name="connsiteY1" fmla="*/ 257442 h 257442"/>
                <a:gd name="connsiteX2" fmla="*/ 0 w 3955277"/>
                <a:gd name="connsiteY2" fmla="*/ 257442 h 257442"/>
                <a:gd name="connsiteX3" fmla="*/ 0 w 3955277"/>
                <a:gd name="connsiteY3" fmla="*/ 0 h 257442"/>
                <a:gd name="connsiteX0" fmla="*/ 3955277 w 3955277"/>
                <a:gd name="connsiteY0" fmla="*/ 0 h 257442"/>
                <a:gd name="connsiteX1" fmla="*/ 3900556 w 3955277"/>
                <a:gd name="connsiteY1" fmla="*/ 257442 h 257442"/>
                <a:gd name="connsiteX2" fmla="*/ 0 w 3955277"/>
                <a:gd name="connsiteY2" fmla="*/ 257442 h 257442"/>
                <a:gd name="connsiteX3" fmla="*/ 0 w 3955277"/>
                <a:gd name="connsiteY3" fmla="*/ 0 h 257442"/>
                <a:gd name="connsiteX0" fmla="*/ 3955277 w 3955277"/>
                <a:gd name="connsiteY0" fmla="*/ 0 h 257442"/>
                <a:gd name="connsiteX1" fmla="*/ 3900556 w 3955277"/>
                <a:gd name="connsiteY1" fmla="*/ 257442 h 257442"/>
                <a:gd name="connsiteX2" fmla="*/ 0 w 3955277"/>
                <a:gd name="connsiteY2" fmla="*/ 257442 h 257442"/>
                <a:gd name="connsiteX3" fmla="*/ 0 w 3955277"/>
                <a:gd name="connsiteY3" fmla="*/ 0 h 257442"/>
                <a:gd name="connsiteX0" fmla="*/ 4115577 w 4115577"/>
                <a:gd name="connsiteY0" fmla="*/ 0 h 257442"/>
                <a:gd name="connsiteX1" fmla="*/ 3900556 w 4115577"/>
                <a:gd name="connsiteY1" fmla="*/ 257442 h 257442"/>
                <a:gd name="connsiteX2" fmla="*/ 0 w 4115577"/>
                <a:gd name="connsiteY2" fmla="*/ 257442 h 257442"/>
                <a:gd name="connsiteX3" fmla="*/ 0 w 4115577"/>
                <a:gd name="connsiteY3" fmla="*/ 0 h 257442"/>
                <a:gd name="connsiteX0" fmla="*/ 4115577 w 4115577"/>
                <a:gd name="connsiteY0" fmla="*/ 0 h 257442"/>
                <a:gd name="connsiteX1" fmla="*/ 4060856 w 4115577"/>
                <a:gd name="connsiteY1" fmla="*/ 257442 h 257442"/>
                <a:gd name="connsiteX2" fmla="*/ 0 w 4115577"/>
                <a:gd name="connsiteY2" fmla="*/ 257442 h 257442"/>
                <a:gd name="connsiteX3" fmla="*/ 0 w 4115577"/>
                <a:gd name="connsiteY3" fmla="*/ 0 h 257442"/>
                <a:gd name="connsiteX0" fmla="*/ 4115577 w 4115577"/>
                <a:gd name="connsiteY0" fmla="*/ 0 h 257442"/>
                <a:gd name="connsiteX1" fmla="*/ 4060856 w 4115577"/>
                <a:gd name="connsiteY1" fmla="*/ 257442 h 257442"/>
                <a:gd name="connsiteX2" fmla="*/ 0 w 4115577"/>
                <a:gd name="connsiteY2" fmla="*/ 257442 h 257442"/>
                <a:gd name="connsiteX3" fmla="*/ 0 w 4115577"/>
                <a:gd name="connsiteY3" fmla="*/ 0 h 257442"/>
                <a:gd name="connsiteX0" fmla="*/ 4115577 w 4115577"/>
                <a:gd name="connsiteY0" fmla="*/ 0 h 257442"/>
                <a:gd name="connsiteX1" fmla="*/ 4060856 w 4115577"/>
                <a:gd name="connsiteY1" fmla="*/ 257442 h 257442"/>
                <a:gd name="connsiteX2" fmla="*/ 0 w 4115577"/>
                <a:gd name="connsiteY2" fmla="*/ 257442 h 257442"/>
                <a:gd name="connsiteX3" fmla="*/ 0 w 4115577"/>
                <a:gd name="connsiteY3" fmla="*/ 0 h 257442"/>
                <a:gd name="connsiteX0" fmla="*/ 4283893 w 4283893"/>
                <a:gd name="connsiteY0" fmla="*/ 0 h 257442"/>
                <a:gd name="connsiteX1" fmla="*/ 4060856 w 4283893"/>
                <a:gd name="connsiteY1" fmla="*/ 257442 h 257442"/>
                <a:gd name="connsiteX2" fmla="*/ 0 w 4283893"/>
                <a:gd name="connsiteY2" fmla="*/ 257442 h 257442"/>
                <a:gd name="connsiteX3" fmla="*/ 0 w 4283893"/>
                <a:gd name="connsiteY3" fmla="*/ 0 h 257442"/>
                <a:gd name="connsiteX0" fmla="*/ 4283893 w 4283893"/>
                <a:gd name="connsiteY0" fmla="*/ 0 h 257442"/>
                <a:gd name="connsiteX1" fmla="*/ 4229172 w 4283893"/>
                <a:gd name="connsiteY1" fmla="*/ 257442 h 257442"/>
                <a:gd name="connsiteX2" fmla="*/ 0 w 4283893"/>
                <a:gd name="connsiteY2" fmla="*/ 257442 h 257442"/>
                <a:gd name="connsiteX3" fmla="*/ 0 w 4283893"/>
                <a:gd name="connsiteY3" fmla="*/ 0 h 257442"/>
                <a:gd name="connsiteX0" fmla="*/ 4283893 w 4283893"/>
                <a:gd name="connsiteY0" fmla="*/ 0 h 257442"/>
                <a:gd name="connsiteX1" fmla="*/ 4229172 w 4283893"/>
                <a:gd name="connsiteY1" fmla="*/ 257442 h 257442"/>
                <a:gd name="connsiteX2" fmla="*/ 0 w 4283893"/>
                <a:gd name="connsiteY2" fmla="*/ 257442 h 257442"/>
                <a:gd name="connsiteX3" fmla="*/ 0 w 4283893"/>
                <a:gd name="connsiteY3" fmla="*/ 0 h 257442"/>
                <a:gd name="connsiteX0" fmla="*/ 4283893 w 4283893"/>
                <a:gd name="connsiteY0" fmla="*/ 0 h 257442"/>
                <a:gd name="connsiteX1" fmla="*/ 4229172 w 4283893"/>
                <a:gd name="connsiteY1" fmla="*/ 257442 h 257442"/>
                <a:gd name="connsiteX2" fmla="*/ 0 w 4283893"/>
                <a:gd name="connsiteY2" fmla="*/ 257442 h 257442"/>
                <a:gd name="connsiteX3" fmla="*/ 0 w 4283893"/>
                <a:gd name="connsiteY3" fmla="*/ 0 h 257442"/>
                <a:gd name="connsiteX0" fmla="*/ 4469841 w 4469841"/>
                <a:gd name="connsiteY0" fmla="*/ 0 h 257442"/>
                <a:gd name="connsiteX1" fmla="*/ 4229172 w 4469841"/>
                <a:gd name="connsiteY1" fmla="*/ 257442 h 257442"/>
                <a:gd name="connsiteX2" fmla="*/ 0 w 4469841"/>
                <a:gd name="connsiteY2" fmla="*/ 257442 h 257442"/>
                <a:gd name="connsiteX3" fmla="*/ 0 w 4469841"/>
                <a:gd name="connsiteY3" fmla="*/ 0 h 257442"/>
                <a:gd name="connsiteX0" fmla="*/ 4469841 w 4469841"/>
                <a:gd name="connsiteY0" fmla="*/ 0 h 257442"/>
                <a:gd name="connsiteX1" fmla="*/ 4415120 w 4469841"/>
                <a:gd name="connsiteY1" fmla="*/ 257442 h 257442"/>
                <a:gd name="connsiteX2" fmla="*/ 0 w 4469841"/>
                <a:gd name="connsiteY2" fmla="*/ 257442 h 257442"/>
                <a:gd name="connsiteX3" fmla="*/ 0 w 4469841"/>
                <a:gd name="connsiteY3" fmla="*/ 0 h 257442"/>
                <a:gd name="connsiteX0" fmla="*/ 4469841 w 4469841"/>
                <a:gd name="connsiteY0" fmla="*/ 0 h 257442"/>
                <a:gd name="connsiteX1" fmla="*/ 4415120 w 4469841"/>
                <a:gd name="connsiteY1" fmla="*/ 257442 h 257442"/>
                <a:gd name="connsiteX2" fmla="*/ 0 w 4469841"/>
                <a:gd name="connsiteY2" fmla="*/ 257442 h 257442"/>
                <a:gd name="connsiteX3" fmla="*/ 0 w 4469841"/>
                <a:gd name="connsiteY3" fmla="*/ 0 h 257442"/>
                <a:gd name="connsiteX0" fmla="*/ 4469841 w 4469841"/>
                <a:gd name="connsiteY0" fmla="*/ 0 h 257442"/>
                <a:gd name="connsiteX1" fmla="*/ 4415120 w 4469841"/>
                <a:gd name="connsiteY1" fmla="*/ 257442 h 257442"/>
                <a:gd name="connsiteX2" fmla="*/ 0 w 4469841"/>
                <a:gd name="connsiteY2" fmla="*/ 257442 h 257442"/>
                <a:gd name="connsiteX3" fmla="*/ 0 w 4469841"/>
                <a:gd name="connsiteY3" fmla="*/ 0 h 257442"/>
                <a:gd name="connsiteX0" fmla="*/ 4638156 w 4638156"/>
                <a:gd name="connsiteY0" fmla="*/ 0 h 257442"/>
                <a:gd name="connsiteX1" fmla="*/ 4415120 w 4638156"/>
                <a:gd name="connsiteY1" fmla="*/ 257442 h 257442"/>
                <a:gd name="connsiteX2" fmla="*/ 0 w 4638156"/>
                <a:gd name="connsiteY2" fmla="*/ 257442 h 257442"/>
                <a:gd name="connsiteX3" fmla="*/ 0 w 4638156"/>
                <a:gd name="connsiteY3" fmla="*/ 0 h 257442"/>
                <a:gd name="connsiteX0" fmla="*/ 4638156 w 4638156"/>
                <a:gd name="connsiteY0" fmla="*/ 0 h 257442"/>
                <a:gd name="connsiteX1" fmla="*/ 4583434 w 4638156"/>
                <a:gd name="connsiteY1" fmla="*/ 257442 h 257442"/>
                <a:gd name="connsiteX2" fmla="*/ 0 w 4638156"/>
                <a:gd name="connsiteY2" fmla="*/ 257442 h 257442"/>
                <a:gd name="connsiteX3" fmla="*/ 0 w 4638156"/>
                <a:gd name="connsiteY3" fmla="*/ 0 h 257442"/>
                <a:gd name="connsiteX0" fmla="*/ 4638157 w 4638157"/>
                <a:gd name="connsiteY0" fmla="*/ 0 h 257442"/>
                <a:gd name="connsiteX1" fmla="*/ 4583435 w 4638157"/>
                <a:gd name="connsiteY1" fmla="*/ 257442 h 257442"/>
                <a:gd name="connsiteX2" fmla="*/ 0 w 4638157"/>
                <a:gd name="connsiteY2" fmla="*/ 257442 h 257442"/>
                <a:gd name="connsiteX3" fmla="*/ 1 w 4638157"/>
                <a:gd name="connsiteY3" fmla="*/ 0 h 257442"/>
                <a:gd name="connsiteX0" fmla="*/ 4638157 w 4638157"/>
                <a:gd name="connsiteY0" fmla="*/ 0 h 257442"/>
                <a:gd name="connsiteX1" fmla="*/ 4583435 w 4638157"/>
                <a:gd name="connsiteY1" fmla="*/ 257442 h 257442"/>
                <a:gd name="connsiteX2" fmla="*/ 0 w 4638157"/>
                <a:gd name="connsiteY2" fmla="*/ 257442 h 257442"/>
                <a:gd name="connsiteX3" fmla="*/ 1 w 4638157"/>
                <a:gd name="connsiteY3" fmla="*/ 0 h 257442"/>
                <a:gd name="connsiteX0" fmla="*/ 4806473 w 4806473"/>
                <a:gd name="connsiteY0" fmla="*/ 0 h 257442"/>
                <a:gd name="connsiteX1" fmla="*/ 4583435 w 4806473"/>
                <a:gd name="connsiteY1" fmla="*/ 257442 h 257442"/>
                <a:gd name="connsiteX2" fmla="*/ 0 w 4806473"/>
                <a:gd name="connsiteY2" fmla="*/ 257442 h 257442"/>
                <a:gd name="connsiteX3" fmla="*/ 1 w 4806473"/>
                <a:gd name="connsiteY3" fmla="*/ 0 h 257442"/>
                <a:gd name="connsiteX0" fmla="*/ 4806473 w 4806473"/>
                <a:gd name="connsiteY0" fmla="*/ 0 h 257442"/>
                <a:gd name="connsiteX1" fmla="*/ 4751752 w 4806473"/>
                <a:gd name="connsiteY1" fmla="*/ 257442 h 257442"/>
                <a:gd name="connsiteX2" fmla="*/ 0 w 4806473"/>
                <a:gd name="connsiteY2" fmla="*/ 257442 h 257442"/>
                <a:gd name="connsiteX3" fmla="*/ 1 w 4806473"/>
                <a:gd name="connsiteY3" fmla="*/ 0 h 257442"/>
                <a:gd name="connsiteX0" fmla="*/ 4806472 w 4806472"/>
                <a:gd name="connsiteY0" fmla="*/ 0 h 257442"/>
                <a:gd name="connsiteX1" fmla="*/ 4751751 w 4806472"/>
                <a:gd name="connsiteY1" fmla="*/ 257442 h 257442"/>
                <a:gd name="connsiteX2" fmla="*/ 0 w 4806472"/>
                <a:gd name="connsiteY2" fmla="*/ 257442 h 257442"/>
                <a:gd name="connsiteX3" fmla="*/ 0 w 4806472"/>
                <a:gd name="connsiteY3" fmla="*/ 0 h 257442"/>
                <a:gd name="connsiteX0" fmla="*/ 4806473 w 4806473"/>
                <a:gd name="connsiteY0" fmla="*/ 0 h 257442"/>
                <a:gd name="connsiteX1" fmla="*/ 4751752 w 4806473"/>
                <a:gd name="connsiteY1" fmla="*/ 257442 h 257442"/>
                <a:gd name="connsiteX2" fmla="*/ 1 w 4806473"/>
                <a:gd name="connsiteY2" fmla="*/ 257442 h 257442"/>
                <a:gd name="connsiteX3" fmla="*/ 0 w 4806473"/>
                <a:gd name="connsiteY3" fmla="*/ 0 h 257442"/>
                <a:gd name="connsiteX0" fmla="*/ 4966773 w 4966773"/>
                <a:gd name="connsiteY0" fmla="*/ 0 h 257442"/>
                <a:gd name="connsiteX1" fmla="*/ 4751752 w 4966773"/>
                <a:gd name="connsiteY1" fmla="*/ 257442 h 257442"/>
                <a:gd name="connsiteX2" fmla="*/ 1 w 4966773"/>
                <a:gd name="connsiteY2" fmla="*/ 257442 h 257442"/>
                <a:gd name="connsiteX3" fmla="*/ 0 w 4966773"/>
                <a:gd name="connsiteY3" fmla="*/ 0 h 257442"/>
                <a:gd name="connsiteX0" fmla="*/ 4966773 w 4966773"/>
                <a:gd name="connsiteY0" fmla="*/ 0 h 257442"/>
                <a:gd name="connsiteX1" fmla="*/ 4912052 w 4966773"/>
                <a:gd name="connsiteY1" fmla="*/ 257442 h 257442"/>
                <a:gd name="connsiteX2" fmla="*/ 1 w 4966773"/>
                <a:gd name="connsiteY2" fmla="*/ 257442 h 257442"/>
                <a:gd name="connsiteX3" fmla="*/ 0 w 4966773"/>
                <a:gd name="connsiteY3" fmla="*/ 0 h 257442"/>
                <a:gd name="connsiteX0" fmla="*/ 4966773 w 4966773"/>
                <a:gd name="connsiteY0" fmla="*/ 0 h 257442"/>
                <a:gd name="connsiteX1" fmla="*/ 4912052 w 4966773"/>
                <a:gd name="connsiteY1" fmla="*/ 257442 h 257442"/>
                <a:gd name="connsiteX2" fmla="*/ 1 w 4966773"/>
                <a:gd name="connsiteY2" fmla="*/ 257442 h 257442"/>
                <a:gd name="connsiteX3" fmla="*/ 0 w 4966773"/>
                <a:gd name="connsiteY3" fmla="*/ 0 h 257442"/>
                <a:gd name="connsiteX0" fmla="*/ 4966772 w 4966772"/>
                <a:gd name="connsiteY0" fmla="*/ 0 h 257442"/>
                <a:gd name="connsiteX1" fmla="*/ 4912051 w 4966772"/>
                <a:gd name="connsiteY1" fmla="*/ 257442 h 257442"/>
                <a:gd name="connsiteX2" fmla="*/ 0 w 4966772"/>
                <a:gd name="connsiteY2" fmla="*/ 257442 h 257442"/>
                <a:gd name="connsiteX3" fmla="*/ 0 w 4966772"/>
                <a:gd name="connsiteY3" fmla="*/ 0 h 257442"/>
                <a:gd name="connsiteX0" fmla="*/ 5176764 w 5176764"/>
                <a:gd name="connsiteY0" fmla="*/ 0 h 257442"/>
                <a:gd name="connsiteX1" fmla="*/ 4912051 w 5176764"/>
                <a:gd name="connsiteY1" fmla="*/ 257442 h 257442"/>
                <a:gd name="connsiteX2" fmla="*/ 0 w 5176764"/>
                <a:gd name="connsiteY2" fmla="*/ 257442 h 257442"/>
                <a:gd name="connsiteX3" fmla="*/ 0 w 5176764"/>
                <a:gd name="connsiteY3" fmla="*/ 0 h 257442"/>
                <a:gd name="connsiteX0" fmla="*/ 5176764 w 5176764"/>
                <a:gd name="connsiteY0" fmla="*/ 0 h 257442"/>
                <a:gd name="connsiteX1" fmla="*/ 5122043 w 5176764"/>
                <a:gd name="connsiteY1" fmla="*/ 257442 h 257442"/>
                <a:gd name="connsiteX2" fmla="*/ 0 w 5176764"/>
                <a:gd name="connsiteY2" fmla="*/ 257442 h 257442"/>
                <a:gd name="connsiteX3" fmla="*/ 0 w 5176764"/>
                <a:gd name="connsiteY3" fmla="*/ 0 h 257442"/>
                <a:gd name="connsiteX0" fmla="*/ 5176765 w 5176765"/>
                <a:gd name="connsiteY0" fmla="*/ 0 h 257442"/>
                <a:gd name="connsiteX1" fmla="*/ 5122044 w 5176765"/>
                <a:gd name="connsiteY1" fmla="*/ 257442 h 257442"/>
                <a:gd name="connsiteX2" fmla="*/ 0 w 5176765"/>
                <a:gd name="connsiteY2" fmla="*/ 257442 h 257442"/>
                <a:gd name="connsiteX3" fmla="*/ 1 w 5176765"/>
                <a:gd name="connsiteY3" fmla="*/ 0 h 257442"/>
                <a:gd name="connsiteX0" fmla="*/ 5176765 w 5176765"/>
                <a:gd name="connsiteY0" fmla="*/ 0 h 257442"/>
                <a:gd name="connsiteX1" fmla="*/ 5122044 w 5176765"/>
                <a:gd name="connsiteY1" fmla="*/ 257442 h 257442"/>
                <a:gd name="connsiteX2" fmla="*/ 0 w 5176765"/>
                <a:gd name="connsiteY2" fmla="*/ 257442 h 257442"/>
                <a:gd name="connsiteX3" fmla="*/ 1 w 5176765"/>
                <a:gd name="connsiteY3" fmla="*/ 0 h 257442"/>
                <a:gd name="connsiteX0" fmla="*/ 4469842 w 5122044"/>
                <a:gd name="connsiteY0" fmla="*/ 0 h 257442"/>
                <a:gd name="connsiteX1" fmla="*/ 5122044 w 5122044"/>
                <a:gd name="connsiteY1" fmla="*/ 257442 h 257442"/>
                <a:gd name="connsiteX2" fmla="*/ 0 w 5122044"/>
                <a:gd name="connsiteY2" fmla="*/ 257442 h 257442"/>
                <a:gd name="connsiteX3" fmla="*/ 1 w 5122044"/>
                <a:gd name="connsiteY3" fmla="*/ 0 h 257442"/>
                <a:gd name="connsiteX0" fmla="*/ 4469842 w 4469842"/>
                <a:gd name="connsiteY0" fmla="*/ 0 h 257442"/>
                <a:gd name="connsiteX1" fmla="*/ 4415121 w 4469842"/>
                <a:gd name="connsiteY1" fmla="*/ 257442 h 257442"/>
                <a:gd name="connsiteX2" fmla="*/ 0 w 4469842"/>
                <a:gd name="connsiteY2" fmla="*/ 257442 h 257442"/>
                <a:gd name="connsiteX3" fmla="*/ 1 w 4469842"/>
                <a:gd name="connsiteY3" fmla="*/ 0 h 257442"/>
                <a:gd name="connsiteX0" fmla="*/ 4469841 w 4469841"/>
                <a:gd name="connsiteY0" fmla="*/ 0 h 257442"/>
                <a:gd name="connsiteX1" fmla="*/ 4415120 w 4469841"/>
                <a:gd name="connsiteY1" fmla="*/ 257442 h 257442"/>
                <a:gd name="connsiteX2" fmla="*/ 0 w 4469841"/>
                <a:gd name="connsiteY2" fmla="*/ 257442 h 257442"/>
                <a:gd name="connsiteX3" fmla="*/ 0 w 4469841"/>
                <a:gd name="connsiteY3" fmla="*/ 0 h 257442"/>
                <a:gd name="connsiteX0" fmla="*/ 4469841 w 4469841"/>
                <a:gd name="connsiteY0" fmla="*/ 0 h 257442"/>
                <a:gd name="connsiteX1" fmla="*/ 4415120 w 4469841"/>
                <a:gd name="connsiteY1" fmla="*/ 257442 h 257442"/>
                <a:gd name="connsiteX2" fmla="*/ 0 w 4469841"/>
                <a:gd name="connsiteY2" fmla="*/ 257442 h 257442"/>
                <a:gd name="connsiteX3" fmla="*/ 0 w 4469841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9841" h="257442">
                  <a:moveTo>
                    <a:pt x="4469841" y="0"/>
                  </a:moveTo>
                  <a:lnTo>
                    <a:pt x="4415120" y="257442"/>
                  </a:lnTo>
                  <a:lnTo>
                    <a:pt x="0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3" name="btfpRunningAgenda1LevelTextLeft743991">
              <a:extLst>
                <a:ext uri="{FF2B5EF4-FFF2-40B4-BE49-F238E27FC236}">
                  <a16:creationId xmlns:a16="http://schemas.microsoft.com/office/drawing/2014/main" id="{C2AEA18F-FBCD-26E1-B472-5077F2E17E3B}"/>
                </a:ext>
              </a:extLst>
            </p:cNvPr>
            <p:cNvSpPr txBox="1"/>
            <p:nvPr/>
          </p:nvSpPr>
          <p:spPr bwMode="gray">
            <a:xfrm>
              <a:off x="0" y="876300"/>
              <a:ext cx="4415120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all" spc="45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Getting to know the team</a:t>
              </a:r>
            </a:p>
          </p:txBody>
        </p:sp>
      </p:grpSp>
      <p:sp>
        <p:nvSpPr>
          <p:cNvPr id="4" name="CommentBox">
            <a:extLst>
              <a:ext uri="{FF2B5EF4-FFF2-40B4-BE49-F238E27FC236}">
                <a16:creationId xmlns:a16="http://schemas.microsoft.com/office/drawing/2014/main" id="{B96D68C0-9395-4DF0-2BE5-35FA54FCEE64}"/>
              </a:ext>
            </a:extLst>
          </p:cNvPr>
          <p:cNvSpPr/>
          <p:nvPr/>
        </p:nvSpPr>
        <p:spPr bwMode="gray">
          <a:xfrm>
            <a:off x="9969500" y="0"/>
            <a:ext cx="2222500" cy="1016000"/>
          </a:xfrm>
          <a:prstGeom prst="wedgeRoundRectCallout">
            <a:avLst/>
          </a:prstGeom>
          <a:solidFill>
            <a:srgbClr val="006393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AU" sz="1200" b="1" dirty="0" err="1">
                <a:solidFill>
                  <a:srgbClr val="FFFFFF"/>
                </a:solidFill>
                <a:latin typeface="Arial" panose="020B0604020202020204" pitchFamily="34" charset="0"/>
              </a:rPr>
              <a:t>MichelleF</a:t>
            </a:r>
            <a:r>
              <a:rPr lang="en-AU" sz="1200" b="1" dirty="0">
                <a:solidFill>
                  <a:srgbClr val="FFFFFF"/>
                </a:solidFill>
                <a:latin typeface="Arial" panose="020B0604020202020204" pitchFamily="34" charset="0"/>
              </a:rPr>
              <a:t>: OPTION 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063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btfpColumnIndicatorGroup2">
            <a:extLst>
              <a:ext uri="{FF2B5EF4-FFF2-40B4-BE49-F238E27FC236}">
                <a16:creationId xmlns:a16="http://schemas.microsoft.com/office/drawing/2014/main" id="{D384707E-0B4E-74E4-1E85-56544FDB2054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73" name="btfpColumnGapBlocker991254">
              <a:extLst>
                <a:ext uri="{FF2B5EF4-FFF2-40B4-BE49-F238E27FC236}">
                  <a16:creationId xmlns:a16="http://schemas.microsoft.com/office/drawing/2014/main" id="{68BCD093-9341-3C83-1C33-84561C4F9AF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1" name="btfpColumnGapBlocker609674">
              <a:extLst>
                <a:ext uri="{FF2B5EF4-FFF2-40B4-BE49-F238E27FC236}">
                  <a16:creationId xmlns:a16="http://schemas.microsoft.com/office/drawing/2014/main" id="{FA786DA1-519A-843F-825A-DAD9759CA9F2}"/>
                </a:ext>
              </a:extLst>
            </p:cNvPr>
            <p:cNvSpPr/>
            <p:nvPr/>
          </p:nvSpPr>
          <p:spPr bwMode="gray">
            <a:xfrm>
              <a:off x="884376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9" name="btfpColumnIndicator751780">
              <a:extLst>
                <a:ext uri="{FF2B5EF4-FFF2-40B4-BE49-F238E27FC236}">
                  <a16:creationId xmlns:a16="http://schemas.microsoft.com/office/drawing/2014/main" id="{B684F943-B8B1-CBD6-887C-1F271A098085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btfpColumnIndicator892262">
              <a:extLst>
                <a:ext uri="{FF2B5EF4-FFF2-40B4-BE49-F238E27FC236}">
                  <a16:creationId xmlns:a16="http://schemas.microsoft.com/office/drawing/2014/main" id="{A21CD901-2F6B-C040-85BC-8674E785206E}"/>
                </a:ext>
              </a:extLst>
            </p:cNvPr>
            <p:cNvCxnSpPr/>
            <p:nvPr/>
          </p:nvCxnSpPr>
          <p:spPr bwMode="gray">
            <a:xfrm flipV="1">
              <a:off x="938430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btfpColumnGapBlocker243084">
              <a:extLst>
                <a:ext uri="{FF2B5EF4-FFF2-40B4-BE49-F238E27FC236}">
                  <a16:creationId xmlns:a16="http://schemas.microsoft.com/office/drawing/2014/main" id="{1D803C78-A623-B297-DCF8-A3DD3C2A0A2F}"/>
                </a:ext>
              </a:extLst>
            </p:cNvPr>
            <p:cNvSpPr/>
            <p:nvPr/>
          </p:nvSpPr>
          <p:spPr bwMode="gray">
            <a:xfrm>
              <a:off x="5825728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3" name="btfpColumnIndicator282404">
              <a:extLst>
                <a:ext uri="{FF2B5EF4-FFF2-40B4-BE49-F238E27FC236}">
                  <a16:creationId xmlns:a16="http://schemas.microsoft.com/office/drawing/2014/main" id="{0702086B-C336-CB52-548F-2A8D1B8D6188}"/>
                </a:ext>
              </a:extLst>
            </p:cNvPr>
            <p:cNvCxnSpPr/>
            <p:nvPr/>
          </p:nvCxnSpPr>
          <p:spPr bwMode="gray">
            <a:xfrm flipV="1">
              <a:off x="884376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btfpColumnIndicator952960">
              <a:extLst>
                <a:ext uri="{FF2B5EF4-FFF2-40B4-BE49-F238E27FC236}">
                  <a16:creationId xmlns:a16="http://schemas.microsoft.com/office/drawing/2014/main" id="{EFA3766A-6D41-789E-972E-6B466EFEE8F0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btfpColumnGapBlocker943597">
              <a:extLst>
                <a:ext uri="{FF2B5EF4-FFF2-40B4-BE49-F238E27FC236}">
                  <a16:creationId xmlns:a16="http://schemas.microsoft.com/office/drawing/2014/main" id="{DCBC4927-1B3E-1F85-B765-20D6CC7061AC}"/>
                </a:ext>
              </a:extLst>
            </p:cNvPr>
            <p:cNvSpPr/>
            <p:nvPr/>
          </p:nvSpPr>
          <p:spPr bwMode="gray">
            <a:xfrm>
              <a:off x="280769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7" name="btfpColumnIndicator532534">
              <a:extLst>
                <a:ext uri="{FF2B5EF4-FFF2-40B4-BE49-F238E27FC236}">
                  <a16:creationId xmlns:a16="http://schemas.microsoft.com/office/drawing/2014/main" id="{74636FEF-E32B-0F63-8767-EA119E5B225C}"/>
                </a:ext>
              </a:extLst>
            </p:cNvPr>
            <p:cNvCxnSpPr/>
            <p:nvPr/>
          </p:nvCxnSpPr>
          <p:spPr bwMode="gray">
            <a:xfrm flipV="1">
              <a:off x="582572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btfpColumnIndicator955360">
              <a:extLst>
                <a:ext uri="{FF2B5EF4-FFF2-40B4-BE49-F238E27FC236}">
                  <a16:creationId xmlns:a16="http://schemas.microsoft.com/office/drawing/2014/main" id="{09AE6557-DEA4-EF15-BB48-5293E93D221B}"/>
                </a:ext>
              </a:extLst>
            </p:cNvPr>
            <p:cNvCxnSpPr/>
            <p:nvPr/>
          </p:nvCxnSpPr>
          <p:spPr bwMode="gray">
            <a:xfrm flipV="1">
              <a:off x="334823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btfpColumnGapBlocker630217">
              <a:extLst>
                <a:ext uri="{FF2B5EF4-FFF2-40B4-BE49-F238E27FC236}">
                  <a16:creationId xmlns:a16="http://schemas.microsoft.com/office/drawing/2014/main" id="{A5424619-D4EA-D96B-D6F3-04292112C437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1" name="btfpColumnIndicator283604">
              <a:extLst>
                <a:ext uri="{FF2B5EF4-FFF2-40B4-BE49-F238E27FC236}">
                  <a16:creationId xmlns:a16="http://schemas.microsoft.com/office/drawing/2014/main" id="{DB727D2C-AE66-ACC9-CE2B-DC7655D32E9C}"/>
                </a:ext>
              </a:extLst>
            </p:cNvPr>
            <p:cNvCxnSpPr/>
            <p:nvPr/>
          </p:nvCxnSpPr>
          <p:spPr bwMode="gray">
            <a:xfrm flipV="1">
              <a:off x="280769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btfpColumnIndicator221236">
              <a:extLst>
                <a:ext uri="{FF2B5EF4-FFF2-40B4-BE49-F238E27FC236}">
                  <a16:creationId xmlns:a16="http://schemas.microsoft.com/office/drawing/2014/main" id="{6BD885D0-033D-76CC-2DF5-1553EEC47455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btfpColumnIndicatorGroup1">
            <a:extLst>
              <a:ext uri="{FF2B5EF4-FFF2-40B4-BE49-F238E27FC236}">
                <a16:creationId xmlns:a16="http://schemas.microsoft.com/office/drawing/2014/main" id="{A52041DB-D561-0129-B46F-0051AF30F69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72" name="btfpColumnGapBlocker108938">
              <a:extLst>
                <a:ext uri="{FF2B5EF4-FFF2-40B4-BE49-F238E27FC236}">
                  <a16:creationId xmlns:a16="http://schemas.microsoft.com/office/drawing/2014/main" id="{7BDB0358-C8F9-228B-81DE-C96479EC3A5B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0" name="btfpColumnGapBlocker579745">
              <a:extLst>
                <a:ext uri="{FF2B5EF4-FFF2-40B4-BE49-F238E27FC236}">
                  <a16:creationId xmlns:a16="http://schemas.microsoft.com/office/drawing/2014/main" id="{0F585DF0-B720-BFA8-65E1-D25DBDFE73F6}"/>
                </a:ext>
              </a:extLst>
            </p:cNvPr>
            <p:cNvSpPr/>
            <p:nvPr/>
          </p:nvSpPr>
          <p:spPr bwMode="gray">
            <a:xfrm>
              <a:off x="884376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8" name="btfpColumnIndicator771282">
              <a:extLst>
                <a:ext uri="{FF2B5EF4-FFF2-40B4-BE49-F238E27FC236}">
                  <a16:creationId xmlns:a16="http://schemas.microsoft.com/office/drawing/2014/main" id="{F441E331-B87B-A9A3-C9DF-B6BB40BCD85D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btfpColumnIndicator494849">
              <a:extLst>
                <a:ext uri="{FF2B5EF4-FFF2-40B4-BE49-F238E27FC236}">
                  <a16:creationId xmlns:a16="http://schemas.microsoft.com/office/drawing/2014/main" id="{CA067259-7EF8-3976-3041-448CD6B3153E}"/>
                </a:ext>
              </a:extLst>
            </p:cNvPr>
            <p:cNvCxnSpPr/>
            <p:nvPr/>
          </p:nvCxnSpPr>
          <p:spPr bwMode="gray">
            <a:xfrm flipV="1">
              <a:off x="938430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btfpColumnGapBlocker867890">
              <a:extLst>
                <a:ext uri="{FF2B5EF4-FFF2-40B4-BE49-F238E27FC236}">
                  <a16:creationId xmlns:a16="http://schemas.microsoft.com/office/drawing/2014/main" id="{A9D2193D-C40D-7375-7236-21804CF88D04}"/>
                </a:ext>
              </a:extLst>
            </p:cNvPr>
            <p:cNvSpPr/>
            <p:nvPr/>
          </p:nvSpPr>
          <p:spPr bwMode="gray">
            <a:xfrm>
              <a:off x="5825728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2" name="btfpColumnIndicator504553">
              <a:extLst>
                <a:ext uri="{FF2B5EF4-FFF2-40B4-BE49-F238E27FC236}">
                  <a16:creationId xmlns:a16="http://schemas.microsoft.com/office/drawing/2014/main" id="{A450F4F4-187A-3C86-91A6-B6DA481E373D}"/>
                </a:ext>
              </a:extLst>
            </p:cNvPr>
            <p:cNvCxnSpPr/>
            <p:nvPr/>
          </p:nvCxnSpPr>
          <p:spPr bwMode="gray">
            <a:xfrm flipV="1">
              <a:off x="884376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btfpColumnIndicator656108">
              <a:extLst>
                <a:ext uri="{FF2B5EF4-FFF2-40B4-BE49-F238E27FC236}">
                  <a16:creationId xmlns:a16="http://schemas.microsoft.com/office/drawing/2014/main" id="{C4AE3731-7C6E-6D13-52FF-ACE9D5A0EF89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btfpColumnGapBlocker777059">
              <a:extLst>
                <a:ext uri="{FF2B5EF4-FFF2-40B4-BE49-F238E27FC236}">
                  <a16:creationId xmlns:a16="http://schemas.microsoft.com/office/drawing/2014/main" id="{E7093334-3646-0476-E061-6FE6F7682D90}"/>
                </a:ext>
              </a:extLst>
            </p:cNvPr>
            <p:cNvSpPr/>
            <p:nvPr/>
          </p:nvSpPr>
          <p:spPr bwMode="gray">
            <a:xfrm>
              <a:off x="280769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6" name="btfpColumnIndicator973508">
              <a:extLst>
                <a:ext uri="{FF2B5EF4-FFF2-40B4-BE49-F238E27FC236}">
                  <a16:creationId xmlns:a16="http://schemas.microsoft.com/office/drawing/2014/main" id="{15D41935-9356-AE39-942D-B34C415E3ACE}"/>
                </a:ext>
              </a:extLst>
            </p:cNvPr>
            <p:cNvCxnSpPr/>
            <p:nvPr/>
          </p:nvCxnSpPr>
          <p:spPr bwMode="gray">
            <a:xfrm flipV="1">
              <a:off x="582572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btfpColumnIndicator172529">
              <a:extLst>
                <a:ext uri="{FF2B5EF4-FFF2-40B4-BE49-F238E27FC236}">
                  <a16:creationId xmlns:a16="http://schemas.microsoft.com/office/drawing/2014/main" id="{08B48856-EF62-6EE3-4EAF-1B3AD81F2D7A}"/>
                </a:ext>
              </a:extLst>
            </p:cNvPr>
            <p:cNvCxnSpPr/>
            <p:nvPr/>
          </p:nvCxnSpPr>
          <p:spPr bwMode="gray">
            <a:xfrm flipV="1">
              <a:off x="334823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btfpColumnGapBlocker995177">
              <a:extLst>
                <a:ext uri="{FF2B5EF4-FFF2-40B4-BE49-F238E27FC236}">
                  <a16:creationId xmlns:a16="http://schemas.microsoft.com/office/drawing/2014/main" id="{BCD7CC24-9B66-6165-5D87-B35B9881B63E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0" name="btfpColumnIndicator191132">
              <a:extLst>
                <a:ext uri="{FF2B5EF4-FFF2-40B4-BE49-F238E27FC236}">
                  <a16:creationId xmlns:a16="http://schemas.microsoft.com/office/drawing/2014/main" id="{5B16FA77-662B-5752-F5EB-6242B83698DB}"/>
                </a:ext>
              </a:extLst>
            </p:cNvPr>
            <p:cNvCxnSpPr/>
            <p:nvPr/>
          </p:nvCxnSpPr>
          <p:spPr bwMode="gray">
            <a:xfrm flipV="1">
              <a:off x="280769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btfpColumnIndicator738874">
              <a:extLst>
                <a:ext uri="{FF2B5EF4-FFF2-40B4-BE49-F238E27FC236}">
                  <a16:creationId xmlns:a16="http://schemas.microsoft.com/office/drawing/2014/main" id="{F425AE1C-9F01-9E8A-3F85-E17F6D4FBE93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1028093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overall_1_131836006645370096 columns_4_131836012821821836 13_0_131836006689574772 25_1_131836007776269943 38_1_131836011863496972 27_1_132024937516317155 </a:t>
            </a:r>
            <a:endParaRPr lang="en-US" sz="100" dirty="0">
              <a:solidFill>
                <a:srgbClr val="FFFFFF">
                  <a:alpha val="0"/>
                </a:srgb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4962" y="4668817"/>
            <a:ext cx="2471737" cy="307777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8038" y="4668817"/>
            <a:ext cx="2476500" cy="307777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4662" y="4668816"/>
            <a:ext cx="2473325" cy="307777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Name</a:t>
            </a:r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6365875" y="4668817"/>
            <a:ext cx="2476500" cy="307777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Name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Welcome to the team!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962" y="3167955"/>
            <a:ext cx="2471737" cy="307777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Name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8038" y="3167955"/>
            <a:ext cx="2476500" cy="307777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4662" y="3167955"/>
            <a:ext cx="2473325" cy="307777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5875" y="3167955"/>
            <a:ext cx="2476500" cy="307777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Name</a:t>
            </a:r>
          </a:p>
        </p:txBody>
      </p:sp>
      <p:grpSp>
        <p:nvGrpSpPr>
          <p:cNvPr id="25" name="btfpStatusSticker116966"/>
          <p:cNvGrpSpPr/>
          <p:nvPr>
            <p:custDataLst>
              <p:tags r:id="rId3"/>
            </p:custDataLst>
          </p:nvPr>
        </p:nvGrpSpPr>
        <p:grpSpPr>
          <a:xfrm>
            <a:off x="10508416" y="955344"/>
            <a:ext cx="1353384" cy="235611"/>
            <a:chOff x="10508416" y="955344"/>
            <a:chExt cx="1353384" cy="235611"/>
          </a:xfrm>
        </p:grpSpPr>
        <p:sp>
          <p:nvSpPr>
            <p:cNvPr id="5" name="btfpStatusStickerText116966"/>
            <p:cNvSpPr txBox="1"/>
            <p:nvPr/>
          </p:nvSpPr>
          <p:spPr bwMode="gray">
            <a:xfrm>
              <a:off x="10508416" y="955344"/>
              <a:ext cx="135338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000000"/>
                  </a:solidFill>
                </a:rPr>
                <a:t>template</a:t>
              </a:r>
            </a:p>
          </p:txBody>
        </p:sp>
        <p:cxnSp>
          <p:nvCxnSpPr>
            <p:cNvPr id="24" name="btfpStatusStickerLine116966"/>
            <p:cNvCxnSpPr/>
            <p:nvPr/>
          </p:nvCxnSpPr>
          <p:spPr bwMode="gray">
            <a:xfrm rot="720000">
              <a:off x="10508416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btfpBulletedList879631"/>
          <p:cNvSpPr txBox="1"/>
          <p:nvPr>
            <p:custDataLst>
              <p:tags r:id="rId4"/>
            </p:custDataLst>
          </p:nvPr>
        </p:nvSpPr>
        <p:spPr bwMode="gray">
          <a:xfrm>
            <a:off x="334962" y="1325681"/>
            <a:ext cx="11531600" cy="1111449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indent="0">
              <a:spcBef>
                <a:spcPts val="900"/>
              </a:spcBef>
              <a:buNone/>
            </a:pPr>
            <a:r>
              <a:rPr lang="en-US" sz="2000" dirty="0"/>
              <a:t>Please </a:t>
            </a:r>
            <a:r>
              <a:rPr lang="en-US" sz="2000" b="1" dirty="0"/>
              <a:t>introduce yourself </a:t>
            </a:r>
            <a:r>
              <a:rPr lang="en-US" sz="2000" dirty="0"/>
              <a:t>by sharing your </a:t>
            </a:r>
            <a:r>
              <a:rPr lang="en-US" sz="2000" b="1" dirty="0"/>
              <a:t>name</a:t>
            </a:r>
            <a:r>
              <a:rPr lang="en-US" sz="2000" dirty="0"/>
              <a:t> and answering the question, </a:t>
            </a:r>
            <a:br>
              <a:rPr lang="en-US" sz="2000" dirty="0"/>
            </a:br>
            <a:r>
              <a:rPr lang="en-US" altLang="zh-CN" sz="2000" b="1" noProof="1">
                <a:solidFill>
                  <a:srgbClr val="000000"/>
                </a:solidFill>
              </a:rPr>
              <a:t>If you could snap your fingers and appear somewhere else, where would you be?</a:t>
            </a:r>
          </a:p>
          <a:p>
            <a:pPr marL="0" indent="0">
              <a:spcBef>
                <a:spcPts val="900"/>
              </a:spcBef>
              <a:buNone/>
            </a:pPr>
            <a:endParaRPr lang="en-US" sz="2000" b="1" dirty="0"/>
          </a:p>
        </p:txBody>
      </p:sp>
      <p:pic>
        <p:nvPicPr>
          <p:cNvPr id="80" name="Picture 7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05" y="2245347"/>
            <a:ext cx="914479" cy="920576"/>
          </a:xfrm>
          <a:prstGeom prst="rect">
            <a:avLst/>
          </a:prstGeom>
        </p:spPr>
      </p:pic>
      <p:pic>
        <p:nvPicPr>
          <p:cNvPr id="85" name="Picture 8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05" y="3751350"/>
            <a:ext cx="914479" cy="920576"/>
          </a:xfrm>
          <a:prstGeom prst="rect">
            <a:avLst/>
          </a:prstGeom>
        </p:spPr>
      </p:pic>
      <p:pic>
        <p:nvPicPr>
          <p:cNvPr id="89" name="Picture 8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985" y="3751350"/>
            <a:ext cx="914479" cy="920576"/>
          </a:xfrm>
          <a:prstGeom prst="rect">
            <a:avLst/>
          </a:prstGeom>
        </p:spPr>
      </p:pic>
      <p:pic>
        <p:nvPicPr>
          <p:cNvPr id="93" name="Picture 9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678" y="3751350"/>
            <a:ext cx="914479" cy="920576"/>
          </a:xfrm>
          <a:prstGeom prst="rect">
            <a:avLst/>
          </a:prstGeom>
        </p:spPr>
      </p:pic>
      <p:pic>
        <p:nvPicPr>
          <p:cNvPr id="97" name="Picture 9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1657" y="3751350"/>
            <a:ext cx="914479" cy="920576"/>
          </a:xfrm>
          <a:prstGeom prst="rect">
            <a:avLst/>
          </a:prstGeom>
        </p:spPr>
      </p:pic>
      <p:pic>
        <p:nvPicPr>
          <p:cNvPr id="101" name="Picture 10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985" y="2245347"/>
            <a:ext cx="914479" cy="920576"/>
          </a:xfrm>
          <a:prstGeom prst="rect">
            <a:avLst/>
          </a:prstGeom>
        </p:spPr>
      </p:pic>
      <p:pic>
        <p:nvPicPr>
          <p:cNvPr id="108" name="Picture 10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678" y="2245347"/>
            <a:ext cx="914479" cy="920576"/>
          </a:xfrm>
          <a:prstGeom prst="rect">
            <a:avLst/>
          </a:prstGeom>
        </p:spPr>
      </p:pic>
      <p:pic>
        <p:nvPicPr>
          <p:cNvPr id="110" name="Picture 10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1657" y="2245347"/>
            <a:ext cx="914479" cy="920576"/>
          </a:xfrm>
          <a:prstGeom prst="rect">
            <a:avLst/>
          </a:prstGeom>
        </p:spPr>
      </p:pic>
      <p:grpSp>
        <p:nvGrpSpPr>
          <p:cNvPr id="32" name="btfpRunningAgenda1Level797825"/>
          <p:cNvGrpSpPr/>
          <p:nvPr>
            <p:custDataLst>
              <p:tags r:id="rId5"/>
            </p:custDataLst>
          </p:nvPr>
        </p:nvGrpSpPr>
        <p:grpSpPr>
          <a:xfrm>
            <a:off x="0" y="944429"/>
            <a:ext cx="5456623" cy="257442"/>
            <a:chOff x="0" y="944429"/>
            <a:chExt cx="5456623" cy="257442"/>
          </a:xfrm>
        </p:grpSpPr>
        <p:sp>
          <p:nvSpPr>
            <p:cNvPr id="33" name="btfpRunningAgenda1LevelBarLeft797825"/>
            <p:cNvSpPr/>
            <p:nvPr/>
          </p:nvSpPr>
          <p:spPr bwMode="gray">
            <a:xfrm>
              <a:off x="0" y="944429"/>
              <a:ext cx="5410355" cy="257442"/>
            </a:xfrm>
            <a:custGeom>
              <a:avLst/>
              <a:gdLst>
                <a:gd name="connsiteX0" fmla="*/ 883475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883475 w 1816204"/>
                <a:gd name="connsiteY0" fmla="*/ 0 h 257442"/>
                <a:gd name="connsiteX1" fmla="*/ 828755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883475 w 883475"/>
                <a:gd name="connsiteY0" fmla="*/ 0 h 257442"/>
                <a:gd name="connsiteX1" fmla="*/ 828755 w 883475"/>
                <a:gd name="connsiteY1" fmla="*/ 257442 h 257442"/>
                <a:gd name="connsiteX2" fmla="*/ 1 w 883475"/>
                <a:gd name="connsiteY2" fmla="*/ 257442 h 257442"/>
                <a:gd name="connsiteX3" fmla="*/ 0 w 883475"/>
                <a:gd name="connsiteY3" fmla="*/ 257442 h 257442"/>
                <a:gd name="connsiteX0" fmla="*/ 883474 w 883474"/>
                <a:gd name="connsiteY0" fmla="*/ 0 h 257442"/>
                <a:gd name="connsiteX1" fmla="*/ 828754 w 883474"/>
                <a:gd name="connsiteY1" fmla="*/ 257442 h 257442"/>
                <a:gd name="connsiteX2" fmla="*/ 0 w 883474"/>
                <a:gd name="connsiteY2" fmla="*/ 257442 h 257442"/>
                <a:gd name="connsiteX3" fmla="*/ 1 w 883474"/>
                <a:gd name="connsiteY3" fmla="*/ 0 h 257442"/>
                <a:gd name="connsiteX0" fmla="*/ 1051790 w 1051790"/>
                <a:gd name="connsiteY0" fmla="*/ 0 h 257442"/>
                <a:gd name="connsiteX1" fmla="*/ 828754 w 1051790"/>
                <a:gd name="connsiteY1" fmla="*/ 257442 h 257442"/>
                <a:gd name="connsiteX2" fmla="*/ 0 w 1051790"/>
                <a:gd name="connsiteY2" fmla="*/ 257442 h 257442"/>
                <a:gd name="connsiteX3" fmla="*/ 1 w 1051790"/>
                <a:gd name="connsiteY3" fmla="*/ 0 h 257442"/>
                <a:gd name="connsiteX0" fmla="*/ 1051790 w 1051790"/>
                <a:gd name="connsiteY0" fmla="*/ 0 h 257442"/>
                <a:gd name="connsiteX1" fmla="*/ 997069 w 1051790"/>
                <a:gd name="connsiteY1" fmla="*/ 257442 h 257442"/>
                <a:gd name="connsiteX2" fmla="*/ 0 w 1051790"/>
                <a:gd name="connsiteY2" fmla="*/ 257442 h 257442"/>
                <a:gd name="connsiteX3" fmla="*/ 1 w 1051790"/>
                <a:gd name="connsiteY3" fmla="*/ 0 h 257442"/>
                <a:gd name="connsiteX0" fmla="*/ 1051790 w 1051790"/>
                <a:gd name="connsiteY0" fmla="*/ 0 h 257442"/>
                <a:gd name="connsiteX1" fmla="*/ 997069 w 1051790"/>
                <a:gd name="connsiteY1" fmla="*/ 257442 h 257442"/>
                <a:gd name="connsiteX2" fmla="*/ 0 w 1051790"/>
                <a:gd name="connsiteY2" fmla="*/ 257442 h 257442"/>
                <a:gd name="connsiteX3" fmla="*/ 1 w 1051790"/>
                <a:gd name="connsiteY3" fmla="*/ 0 h 257442"/>
                <a:gd name="connsiteX0" fmla="*/ 1051790 w 1051790"/>
                <a:gd name="connsiteY0" fmla="*/ 0 h 257442"/>
                <a:gd name="connsiteX1" fmla="*/ 997069 w 1051790"/>
                <a:gd name="connsiteY1" fmla="*/ 257442 h 257442"/>
                <a:gd name="connsiteX2" fmla="*/ 0 w 1051790"/>
                <a:gd name="connsiteY2" fmla="*/ 257442 h 257442"/>
                <a:gd name="connsiteX3" fmla="*/ 0 w 1051790"/>
                <a:gd name="connsiteY3" fmla="*/ 0 h 257442"/>
                <a:gd name="connsiteX0" fmla="*/ 1220106 w 1220106"/>
                <a:gd name="connsiteY0" fmla="*/ 0 h 257442"/>
                <a:gd name="connsiteX1" fmla="*/ 997069 w 1220106"/>
                <a:gd name="connsiteY1" fmla="*/ 257442 h 257442"/>
                <a:gd name="connsiteX2" fmla="*/ 0 w 1220106"/>
                <a:gd name="connsiteY2" fmla="*/ 257442 h 257442"/>
                <a:gd name="connsiteX3" fmla="*/ 0 w 1220106"/>
                <a:gd name="connsiteY3" fmla="*/ 0 h 257442"/>
                <a:gd name="connsiteX0" fmla="*/ 1220106 w 1220106"/>
                <a:gd name="connsiteY0" fmla="*/ 0 h 257442"/>
                <a:gd name="connsiteX1" fmla="*/ 1165385 w 1220106"/>
                <a:gd name="connsiteY1" fmla="*/ 257442 h 257442"/>
                <a:gd name="connsiteX2" fmla="*/ 0 w 1220106"/>
                <a:gd name="connsiteY2" fmla="*/ 257442 h 257442"/>
                <a:gd name="connsiteX3" fmla="*/ 0 w 1220106"/>
                <a:gd name="connsiteY3" fmla="*/ 0 h 257442"/>
                <a:gd name="connsiteX0" fmla="*/ 1220106 w 1220106"/>
                <a:gd name="connsiteY0" fmla="*/ 0 h 257442"/>
                <a:gd name="connsiteX1" fmla="*/ 1165385 w 1220106"/>
                <a:gd name="connsiteY1" fmla="*/ 257442 h 257442"/>
                <a:gd name="connsiteX2" fmla="*/ 0 w 1220106"/>
                <a:gd name="connsiteY2" fmla="*/ 257442 h 257442"/>
                <a:gd name="connsiteX3" fmla="*/ 0 w 1220106"/>
                <a:gd name="connsiteY3" fmla="*/ 0 h 257442"/>
                <a:gd name="connsiteX0" fmla="*/ 1220106 w 1220106"/>
                <a:gd name="connsiteY0" fmla="*/ 0 h 257442"/>
                <a:gd name="connsiteX1" fmla="*/ 1165385 w 1220106"/>
                <a:gd name="connsiteY1" fmla="*/ 257442 h 257442"/>
                <a:gd name="connsiteX2" fmla="*/ 0 w 1220106"/>
                <a:gd name="connsiteY2" fmla="*/ 257442 h 257442"/>
                <a:gd name="connsiteX3" fmla="*/ 0 w 1220106"/>
                <a:gd name="connsiteY3" fmla="*/ 0 h 257442"/>
                <a:gd name="connsiteX0" fmla="*/ 1540706 w 1540706"/>
                <a:gd name="connsiteY0" fmla="*/ 0 h 257442"/>
                <a:gd name="connsiteX1" fmla="*/ 1165385 w 1540706"/>
                <a:gd name="connsiteY1" fmla="*/ 257442 h 257442"/>
                <a:gd name="connsiteX2" fmla="*/ 0 w 1540706"/>
                <a:gd name="connsiteY2" fmla="*/ 257442 h 257442"/>
                <a:gd name="connsiteX3" fmla="*/ 0 w 1540706"/>
                <a:gd name="connsiteY3" fmla="*/ 0 h 257442"/>
                <a:gd name="connsiteX0" fmla="*/ 1540706 w 1540706"/>
                <a:gd name="connsiteY0" fmla="*/ 0 h 257442"/>
                <a:gd name="connsiteX1" fmla="*/ 1485985 w 1540706"/>
                <a:gd name="connsiteY1" fmla="*/ 257442 h 257442"/>
                <a:gd name="connsiteX2" fmla="*/ 0 w 1540706"/>
                <a:gd name="connsiteY2" fmla="*/ 257442 h 257442"/>
                <a:gd name="connsiteX3" fmla="*/ 0 w 1540706"/>
                <a:gd name="connsiteY3" fmla="*/ 0 h 257442"/>
                <a:gd name="connsiteX0" fmla="*/ 1540706 w 1540706"/>
                <a:gd name="connsiteY0" fmla="*/ 0 h 257442"/>
                <a:gd name="connsiteX1" fmla="*/ 1485985 w 1540706"/>
                <a:gd name="connsiteY1" fmla="*/ 257442 h 257442"/>
                <a:gd name="connsiteX2" fmla="*/ 0 w 1540706"/>
                <a:gd name="connsiteY2" fmla="*/ 257442 h 257442"/>
                <a:gd name="connsiteX3" fmla="*/ 0 w 1540706"/>
                <a:gd name="connsiteY3" fmla="*/ 0 h 257442"/>
                <a:gd name="connsiteX0" fmla="*/ 1540706 w 1540706"/>
                <a:gd name="connsiteY0" fmla="*/ 0 h 257442"/>
                <a:gd name="connsiteX1" fmla="*/ 1485985 w 1540706"/>
                <a:gd name="connsiteY1" fmla="*/ 257442 h 257442"/>
                <a:gd name="connsiteX2" fmla="*/ 0 w 1540706"/>
                <a:gd name="connsiteY2" fmla="*/ 257442 h 257442"/>
                <a:gd name="connsiteX3" fmla="*/ 0 w 1540706"/>
                <a:gd name="connsiteY3" fmla="*/ 0 h 257442"/>
                <a:gd name="connsiteX0" fmla="*/ 1701007 w 1701007"/>
                <a:gd name="connsiteY0" fmla="*/ 0 h 257442"/>
                <a:gd name="connsiteX1" fmla="*/ 1485985 w 1701007"/>
                <a:gd name="connsiteY1" fmla="*/ 257442 h 257442"/>
                <a:gd name="connsiteX2" fmla="*/ 0 w 1701007"/>
                <a:gd name="connsiteY2" fmla="*/ 257442 h 257442"/>
                <a:gd name="connsiteX3" fmla="*/ 0 w 1701007"/>
                <a:gd name="connsiteY3" fmla="*/ 0 h 257442"/>
                <a:gd name="connsiteX0" fmla="*/ 1701007 w 1701007"/>
                <a:gd name="connsiteY0" fmla="*/ 0 h 257442"/>
                <a:gd name="connsiteX1" fmla="*/ 1646286 w 1701007"/>
                <a:gd name="connsiteY1" fmla="*/ 257442 h 257442"/>
                <a:gd name="connsiteX2" fmla="*/ 0 w 1701007"/>
                <a:gd name="connsiteY2" fmla="*/ 257442 h 257442"/>
                <a:gd name="connsiteX3" fmla="*/ 0 w 1701007"/>
                <a:gd name="connsiteY3" fmla="*/ 0 h 257442"/>
                <a:gd name="connsiteX0" fmla="*/ 1701007 w 1701007"/>
                <a:gd name="connsiteY0" fmla="*/ 0 h 257442"/>
                <a:gd name="connsiteX1" fmla="*/ 1646286 w 1701007"/>
                <a:gd name="connsiteY1" fmla="*/ 257442 h 257442"/>
                <a:gd name="connsiteX2" fmla="*/ 0 w 1701007"/>
                <a:gd name="connsiteY2" fmla="*/ 257442 h 257442"/>
                <a:gd name="connsiteX3" fmla="*/ 0 w 1701007"/>
                <a:gd name="connsiteY3" fmla="*/ 0 h 257442"/>
                <a:gd name="connsiteX0" fmla="*/ 1701007 w 1701007"/>
                <a:gd name="connsiteY0" fmla="*/ 0 h 257442"/>
                <a:gd name="connsiteX1" fmla="*/ 1646286 w 1701007"/>
                <a:gd name="connsiteY1" fmla="*/ 257442 h 257442"/>
                <a:gd name="connsiteX2" fmla="*/ 0 w 1701007"/>
                <a:gd name="connsiteY2" fmla="*/ 257442 h 257442"/>
                <a:gd name="connsiteX3" fmla="*/ 0 w 1701007"/>
                <a:gd name="connsiteY3" fmla="*/ 0 h 257442"/>
                <a:gd name="connsiteX0" fmla="*/ 1979929 w 1979929"/>
                <a:gd name="connsiteY0" fmla="*/ 0 h 257442"/>
                <a:gd name="connsiteX1" fmla="*/ 1646286 w 1979929"/>
                <a:gd name="connsiteY1" fmla="*/ 257442 h 257442"/>
                <a:gd name="connsiteX2" fmla="*/ 0 w 1979929"/>
                <a:gd name="connsiteY2" fmla="*/ 257442 h 257442"/>
                <a:gd name="connsiteX3" fmla="*/ 0 w 1979929"/>
                <a:gd name="connsiteY3" fmla="*/ 0 h 257442"/>
                <a:gd name="connsiteX0" fmla="*/ 1979929 w 1979929"/>
                <a:gd name="connsiteY0" fmla="*/ 0 h 257442"/>
                <a:gd name="connsiteX1" fmla="*/ 1925208 w 1979929"/>
                <a:gd name="connsiteY1" fmla="*/ 257442 h 257442"/>
                <a:gd name="connsiteX2" fmla="*/ 0 w 1979929"/>
                <a:gd name="connsiteY2" fmla="*/ 257442 h 257442"/>
                <a:gd name="connsiteX3" fmla="*/ 0 w 1979929"/>
                <a:gd name="connsiteY3" fmla="*/ 0 h 257442"/>
                <a:gd name="connsiteX0" fmla="*/ 1979929 w 1979929"/>
                <a:gd name="connsiteY0" fmla="*/ 0 h 257442"/>
                <a:gd name="connsiteX1" fmla="*/ 1925208 w 1979929"/>
                <a:gd name="connsiteY1" fmla="*/ 257442 h 257442"/>
                <a:gd name="connsiteX2" fmla="*/ 0 w 1979929"/>
                <a:gd name="connsiteY2" fmla="*/ 257442 h 257442"/>
                <a:gd name="connsiteX3" fmla="*/ 0 w 1979929"/>
                <a:gd name="connsiteY3" fmla="*/ 0 h 257442"/>
                <a:gd name="connsiteX0" fmla="*/ 1979929 w 1979929"/>
                <a:gd name="connsiteY0" fmla="*/ 0 h 257442"/>
                <a:gd name="connsiteX1" fmla="*/ 1925208 w 1979929"/>
                <a:gd name="connsiteY1" fmla="*/ 257442 h 257442"/>
                <a:gd name="connsiteX2" fmla="*/ 0 w 1979929"/>
                <a:gd name="connsiteY2" fmla="*/ 257442 h 257442"/>
                <a:gd name="connsiteX3" fmla="*/ 0 w 1979929"/>
                <a:gd name="connsiteY3" fmla="*/ 0 h 257442"/>
                <a:gd name="connsiteX0" fmla="*/ 2148244 w 2148244"/>
                <a:gd name="connsiteY0" fmla="*/ 0 h 257442"/>
                <a:gd name="connsiteX1" fmla="*/ 1925208 w 2148244"/>
                <a:gd name="connsiteY1" fmla="*/ 257442 h 257442"/>
                <a:gd name="connsiteX2" fmla="*/ 0 w 2148244"/>
                <a:gd name="connsiteY2" fmla="*/ 257442 h 257442"/>
                <a:gd name="connsiteX3" fmla="*/ 0 w 2148244"/>
                <a:gd name="connsiteY3" fmla="*/ 0 h 257442"/>
                <a:gd name="connsiteX0" fmla="*/ 2148244 w 2148244"/>
                <a:gd name="connsiteY0" fmla="*/ 0 h 257442"/>
                <a:gd name="connsiteX1" fmla="*/ 2093522 w 2148244"/>
                <a:gd name="connsiteY1" fmla="*/ 257442 h 257442"/>
                <a:gd name="connsiteX2" fmla="*/ 0 w 2148244"/>
                <a:gd name="connsiteY2" fmla="*/ 257442 h 257442"/>
                <a:gd name="connsiteX3" fmla="*/ 0 w 2148244"/>
                <a:gd name="connsiteY3" fmla="*/ 0 h 257442"/>
                <a:gd name="connsiteX0" fmla="*/ 2148245 w 2148245"/>
                <a:gd name="connsiteY0" fmla="*/ 0 h 257442"/>
                <a:gd name="connsiteX1" fmla="*/ 2093523 w 2148245"/>
                <a:gd name="connsiteY1" fmla="*/ 257442 h 257442"/>
                <a:gd name="connsiteX2" fmla="*/ 0 w 2148245"/>
                <a:gd name="connsiteY2" fmla="*/ 257442 h 257442"/>
                <a:gd name="connsiteX3" fmla="*/ 1 w 2148245"/>
                <a:gd name="connsiteY3" fmla="*/ 0 h 257442"/>
                <a:gd name="connsiteX0" fmla="*/ 2148245 w 2148245"/>
                <a:gd name="connsiteY0" fmla="*/ 0 h 257442"/>
                <a:gd name="connsiteX1" fmla="*/ 2093523 w 2148245"/>
                <a:gd name="connsiteY1" fmla="*/ 257442 h 257442"/>
                <a:gd name="connsiteX2" fmla="*/ 0 w 2148245"/>
                <a:gd name="connsiteY2" fmla="*/ 257442 h 257442"/>
                <a:gd name="connsiteX3" fmla="*/ 1 w 2148245"/>
                <a:gd name="connsiteY3" fmla="*/ 0 h 257442"/>
                <a:gd name="connsiteX0" fmla="*/ 2409534 w 2409534"/>
                <a:gd name="connsiteY0" fmla="*/ 0 h 257442"/>
                <a:gd name="connsiteX1" fmla="*/ 2093523 w 2409534"/>
                <a:gd name="connsiteY1" fmla="*/ 257442 h 257442"/>
                <a:gd name="connsiteX2" fmla="*/ 0 w 2409534"/>
                <a:gd name="connsiteY2" fmla="*/ 257442 h 257442"/>
                <a:gd name="connsiteX3" fmla="*/ 1 w 2409534"/>
                <a:gd name="connsiteY3" fmla="*/ 0 h 257442"/>
                <a:gd name="connsiteX0" fmla="*/ 2409534 w 2409534"/>
                <a:gd name="connsiteY0" fmla="*/ 0 h 257442"/>
                <a:gd name="connsiteX1" fmla="*/ 2354812 w 2409534"/>
                <a:gd name="connsiteY1" fmla="*/ 257442 h 257442"/>
                <a:gd name="connsiteX2" fmla="*/ 0 w 2409534"/>
                <a:gd name="connsiteY2" fmla="*/ 257442 h 257442"/>
                <a:gd name="connsiteX3" fmla="*/ 1 w 2409534"/>
                <a:gd name="connsiteY3" fmla="*/ 0 h 257442"/>
                <a:gd name="connsiteX0" fmla="*/ 2409535 w 2409535"/>
                <a:gd name="connsiteY0" fmla="*/ 0 h 257442"/>
                <a:gd name="connsiteX1" fmla="*/ 2354813 w 2409535"/>
                <a:gd name="connsiteY1" fmla="*/ 257442 h 257442"/>
                <a:gd name="connsiteX2" fmla="*/ 0 w 2409535"/>
                <a:gd name="connsiteY2" fmla="*/ 257442 h 257442"/>
                <a:gd name="connsiteX3" fmla="*/ 2 w 2409535"/>
                <a:gd name="connsiteY3" fmla="*/ 0 h 257442"/>
                <a:gd name="connsiteX0" fmla="*/ 2409535 w 2409535"/>
                <a:gd name="connsiteY0" fmla="*/ 0 h 257442"/>
                <a:gd name="connsiteX1" fmla="*/ 2354813 w 2409535"/>
                <a:gd name="connsiteY1" fmla="*/ 257442 h 257442"/>
                <a:gd name="connsiteX2" fmla="*/ 0 w 2409535"/>
                <a:gd name="connsiteY2" fmla="*/ 257442 h 257442"/>
                <a:gd name="connsiteX3" fmla="*/ 1 w 2409535"/>
                <a:gd name="connsiteY3" fmla="*/ 0 h 257442"/>
                <a:gd name="connsiteX0" fmla="*/ 2569834 w 2569834"/>
                <a:gd name="connsiteY0" fmla="*/ 0 h 257442"/>
                <a:gd name="connsiteX1" fmla="*/ 2354813 w 2569834"/>
                <a:gd name="connsiteY1" fmla="*/ 257442 h 257442"/>
                <a:gd name="connsiteX2" fmla="*/ 0 w 2569834"/>
                <a:gd name="connsiteY2" fmla="*/ 257442 h 257442"/>
                <a:gd name="connsiteX3" fmla="*/ 1 w 2569834"/>
                <a:gd name="connsiteY3" fmla="*/ 0 h 257442"/>
                <a:gd name="connsiteX0" fmla="*/ 2569834 w 2569834"/>
                <a:gd name="connsiteY0" fmla="*/ 0 h 257442"/>
                <a:gd name="connsiteX1" fmla="*/ 2515112 w 2569834"/>
                <a:gd name="connsiteY1" fmla="*/ 257442 h 257442"/>
                <a:gd name="connsiteX2" fmla="*/ 0 w 2569834"/>
                <a:gd name="connsiteY2" fmla="*/ 257442 h 257442"/>
                <a:gd name="connsiteX3" fmla="*/ 1 w 2569834"/>
                <a:gd name="connsiteY3" fmla="*/ 0 h 257442"/>
                <a:gd name="connsiteX0" fmla="*/ 2569835 w 2569835"/>
                <a:gd name="connsiteY0" fmla="*/ 0 h 257442"/>
                <a:gd name="connsiteX1" fmla="*/ 2515113 w 2569835"/>
                <a:gd name="connsiteY1" fmla="*/ 257442 h 257442"/>
                <a:gd name="connsiteX2" fmla="*/ 0 w 2569835"/>
                <a:gd name="connsiteY2" fmla="*/ 257442 h 257442"/>
                <a:gd name="connsiteX3" fmla="*/ 2 w 2569835"/>
                <a:gd name="connsiteY3" fmla="*/ 0 h 257442"/>
                <a:gd name="connsiteX0" fmla="*/ 2569835 w 2569835"/>
                <a:gd name="connsiteY0" fmla="*/ 0 h 257442"/>
                <a:gd name="connsiteX1" fmla="*/ 2515113 w 2569835"/>
                <a:gd name="connsiteY1" fmla="*/ 257442 h 257442"/>
                <a:gd name="connsiteX2" fmla="*/ 0 w 2569835"/>
                <a:gd name="connsiteY2" fmla="*/ 257442 h 257442"/>
                <a:gd name="connsiteX3" fmla="*/ 1 w 2569835"/>
                <a:gd name="connsiteY3" fmla="*/ 0 h 257442"/>
                <a:gd name="connsiteX0" fmla="*/ 2730134 w 2730134"/>
                <a:gd name="connsiteY0" fmla="*/ 0 h 257442"/>
                <a:gd name="connsiteX1" fmla="*/ 2515113 w 2730134"/>
                <a:gd name="connsiteY1" fmla="*/ 257442 h 257442"/>
                <a:gd name="connsiteX2" fmla="*/ 0 w 2730134"/>
                <a:gd name="connsiteY2" fmla="*/ 257442 h 257442"/>
                <a:gd name="connsiteX3" fmla="*/ 1 w 2730134"/>
                <a:gd name="connsiteY3" fmla="*/ 0 h 257442"/>
                <a:gd name="connsiteX0" fmla="*/ 2730134 w 2730134"/>
                <a:gd name="connsiteY0" fmla="*/ 0 h 257442"/>
                <a:gd name="connsiteX1" fmla="*/ 2675412 w 2730134"/>
                <a:gd name="connsiteY1" fmla="*/ 257442 h 257442"/>
                <a:gd name="connsiteX2" fmla="*/ 0 w 2730134"/>
                <a:gd name="connsiteY2" fmla="*/ 257442 h 257442"/>
                <a:gd name="connsiteX3" fmla="*/ 1 w 2730134"/>
                <a:gd name="connsiteY3" fmla="*/ 0 h 257442"/>
                <a:gd name="connsiteX0" fmla="*/ 2730135 w 2730135"/>
                <a:gd name="connsiteY0" fmla="*/ 0 h 257442"/>
                <a:gd name="connsiteX1" fmla="*/ 2675413 w 2730135"/>
                <a:gd name="connsiteY1" fmla="*/ 257442 h 257442"/>
                <a:gd name="connsiteX2" fmla="*/ 0 w 2730135"/>
                <a:gd name="connsiteY2" fmla="*/ 257442 h 257442"/>
                <a:gd name="connsiteX3" fmla="*/ 2 w 2730135"/>
                <a:gd name="connsiteY3" fmla="*/ 0 h 257442"/>
                <a:gd name="connsiteX0" fmla="*/ 2730135 w 2730135"/>
                <a:gd name="connsiteY0" fmla="*/ 0 h 257442"/>
                <a:gd name="connsiteX1" fmla="*/ 2675413 w 2730135"/>
                <a:gd name="connsiteY1" fmla="*/ 257442 h 257442"/>
                <a:gd name="connsiteX2" fmla="*/ 0 w 2730135"/>
                <a:gd name="connsiteY2" fmla="*/ 257442 h 257442"/>
                <a:gd name="connsiteX3" fmla="*/ 1 w 2730135"/>
                <a:gd name="connsiteY3" fmla="*/ 0 h 257442"/>
                <a:gd name="connsiteX0" fmla="*/ 2898449 w 2898449"/>
                <a:gd name="connsiteY0" fmla="*/ 0 h 257442"/>
                <a:gd name="connsiteX1" fmla="*/ 2675413 w 2898449"/>
                <a:gd name="connsiteY1" fmla="*/ 257442 h 257442"/>
                <a:gd name="connsiteX2" fmla="*/ 0 w 2898449"/>
                <a:gd name="connsiteY2" fmla="*/ 257442 h 257442"/>
                <a:gd name="connsiteX3" fmla="*/ 1 w 2898449"/>
                <a:gd name="connsiteY3" fmla="*/ 0 h 257442"/>
                <a:gd name="connsiteX0" fmla="*/ 2898449 w 2898449"/>
                <a:gd name="connsiteY0" fmla="*/ 0 h 257442"/>
                <a:gd name="connsiteX1" fmla="*/ 2843728 w 2898449"/>
                <a:gd name="connsiteY1" fmla="*/ 257442 h 257442"/>
                <a:gd name="connsiteX2" fmla="*/ 0 w 2898449"/>
                <a:gd name="connsiteY2" fmla="*/ 257442 h 257442"/>
                <a:gd name="connsiteX3" fmla="*/ 1 w 2898449"/>
                <a:gd name="connsiteY3" fmla="*/ 0 h 257442"/>
                <a:gd name="connsiteX0" fmla="*/ 2898449 w 2898449"/>
                <a:gd name="connsiteY0" fmla="*/ 0 h 257442"/>
                <a:gd name="connsiteX1" fmla="*/ 2843728 w 2898449"/>
                <a:gd name="connsiteY1" fmla="*/ 257442 h 257442"/>
                <a:gd name="connsiteX2" fmla="*/ 0 w 2898449"/>
                <a:gd name="connsiteY2" fmla="*/ 257442 h 257442"/>
                <a:gd name="connsiteX3" fmla="*/ 1 w 2898449"/>
                <a:gd name="connsiteY3" fmla="*/ 0 h 257442"/>
                <a:gd name="connsiteX0" fmla="*/ 2898449 w 2898449"/>
                <a:gd name="connsiteY0" fmla="*/ 0 h 257442"/>
                <a:gd name="connsiteX1" fmla="*/ 2843728 w 2898449"/>
                <a:gd name="connsiteY1" fmla="*/ 257442 h 257442"/>
                <a:gd name="connsiteX2" fmla="*/ 0 w 2898449"/>
                <a:gd name="connsiteY2" fmla="*/ 257442 h 257442"/>
                <a:gd name="connsiteX3" fmla="*/ 0 w 2898449"/>
                <a:gd name="connsiteY3" fmla="*/ 0 h 257442"/>
                <a:gd name="connsiteX0" fmla="*/ 3066765 w 3066765"/>
                <a:gd name="connsiteY0" fmla="*/ 0 h 257442"/>
                <a:gd name="connsiteX1" fmla="*/ 2843728 w 3066765"/>
                <a:gd name="connsiteY1" fmla="*/ 257442 h 257442"/>
                <a:gd name="connsiteX2" fmla="*/ 0 w 3066765"/>
                <a:gd name="connsiteY2" fmla="*/ 257442 h 257442"/>
                <a:gd name="connsiteX3" fmla="*/ 0 w 3066765"/>
                <a:gd name="connsiteY3" fmla="*/ 0 h 257442"/>
                <a:gd name="connsiteX0" fmla="*/ 3066765 w 3066765"/>
                <a:gd name="connsiteY0" fmla="*/ 0 h 257442"/>
                <a:gd name="connsiteX1" fmla="*/ 3012044 w 3066765"/>
                <a:gd name="connsiteY1" fmla="*/ 257442 h 257442"/>
                <a:gd name="connsiteX2" fmla="*/ 0 w 3066765"/>
                <a:gd name="connsiteY2" fmla="*/ 257442 h 257442"/>
                <a:gd name="connsiteX3" fmla="*/ 0 w 3066765"/>
                <a:gd name="connsiteY3" fmla="*/ 0 h 257442"/>
                <a:gd name="connsiteX0" fmla="*/ 3066765 w 3066765"/>
                <a:gd name="connsiteY0" fmla="*/ 0 h 257442"/>
                <a:gd name="connsiteX1" fmla="*/ 3012044 w 3066765"/>
                <a:gd name="connsiteY1" fmla="*/ 257442 h 257442"/>
                <a:gd name="connsiteX2" fmla="*/ 0 w 3066765"/>
                <a:gd name="connsiteY2" fmla="*/ 257442 h 257442"/>
                <a:gd name="connsiteX3" fmla="*/ 0 w 3066765"/>
                <a:gd name="connsiteY3" fmla="*/ 0 h 257442"/>
                <a:gd name="connsiteX0" fmla="*/ 3066765 w 3066765"/>
                <a:gd name="connsiteY0" fmla="*/ 0 h 257442"/>
                <a:gd name="connsiteX1" fmla="*/ 3012044 w 3066765"/>
                <a:gd name="connsiteY1" fmla="*/ 257442 h 257442"/>
                <a:gd name="connsiteX2" fmla="*/ 0 w 3066765"/>
                <a:gd name="connsiteY2" fmla="*/ 257442 h 257442"/>
                <a:gd name="connsiteX3" fmla="*/ 0 w 3066765"/>
                <a:gd name="connsiteY3" fmla="*/ 0 h 257442"/>
                <a:gd name="connsiteX0" fmla="*/ 3328054 w 3328054"/>
                <a:gd name="connsiteY0" fmla="*/ 0 h 257442"/>
                <a:gd name="connsiteX1" fmla="*/ 3012044 w 3328054"/>
                <a:gd name="connsiteY1" fmla="*/ 257442 h 257442"/>
                <a:gd name="connsiteX2" fmla="*/ 0 w 3328054"/>
                <a:gd name="connsiteY2" fmla="*/ 257442 h 257442"/>
                <a:gd name="connsiteX3" fmla="*/ 0 w 3328054"/>
                <a:gd name="connsiteY3" fmla="*/ 0 h 257442"/>
                <a:gd name="connsiteX0" fmla="*/ 3328054 w 3328054"/>
                <a:gd name="connsiteY0" fmla="*/ 0 h 257442"/>
                <a:gd name="connsiteX1" fmla="*/ 3273332 w 3328054"/>
                <a:gd name="connsiteY1" fmla="*/ 257442 h 257442"/>
                <a:gd name="connsiteX2" fmla="*/ 0 w 3328054"/>
                <a:gd name="connsiteY2" fmla="*/ 257442 h 257442"/>
                <a:gd name="connsiteX3" fmla="*/ 0 w 3328054"/>
                <a:gd name="connsiteY3" fmla="*/ 0 h 257442"/>
                <a:gd name="connsiteX0" fmla="*/ 3328055 w 3328055"/>
                <a:gd name="connsiteY0" fmla="*/ 0 h 257442"/>
                <a:gd name="connsiteX1" fmla="*/ 3273333 w 3328055"/>
                <a:gd name="connsiteY1" fmla="*/ 257442 h 257442"/>
                <a:gd name="connsiteX2" fmla="*/ 0 w 3328055"/>
                <a:gd name="connsiteY2" fmla="*/ 257442 h 257442"/>
                <a:gd name="connsiteX3" fmla="*/ 1 w 3328055"/>
                <a:gd name="connsiteY3" fmla="*/ 0 h 257442"/>
                <a:gd name="connsiteX0" fmla="*/ 3328055 w 3328055"/>
                <a:gd name="connsiteY0" fmla="*/ 0 h 257442"/>
                <a:gd name="connsiteX1" fmla="*/ 3273333 w 3328055"/>
                <a:gd name="connsiteY1" fmla="*/ 257442 h 257442"/>
                <a:gd name="connsiteX2" fmla="*/ 0 w 3328055"/>
                <a:gd name="connsiteY2" fmla="*/ 257442 h 257442"/>
                <a:gd name="connsiteX3" fmla="*/ 1 w 3328055"/>
                <a:gd name="connsiteY3" fmla="*/ 0 h 257442"/>
                <a:gd name="connsiteX0" fmla="*/ 3488354 w 3488354"/>
                <a:gd name="connsiteY0" fmla="*/ 0 h 257442"/>
                <a:gd name="connsiteX1" fmla="*/ 3273333 w 3488354"/>
                <a:gd name="connsiteY1" fmla="*/ 257442 h 257442"/>
                <a:gd name="connsiteX2" fmla="*/ 0 w 3488354"/>
                <a:gd name="connsiteY2" fmla="*/ 257442 h 257442"/>
                <a:gd name="connsiteX3" fmla="*/ 1 w 3488354"/>
                <a:gd name="connsiteY3" fmla="*/ 0 h 257442"/>
                <a:gd name="connsiteX0" fmla="*/ 3488354 w 3488354"/>
                <a:gd name="connsiteY0" fmla="*/ 0 h 257442"/>
                <a:gd name="connsiteX1" fmla="*/ 3433632 w 3488354"/>
                <a:gd name="connsiteY1" fmla="*/ 257442 h 257442"/>
                <a:gd name="connsiteX2" fmla="*/ 0 w 3488354"/>
                <a:gd name="connsiteY2" fmla="*/ 257442 h 257442"/>
                <a:gd name="connsiteX3" fmla="*/ 1 w 3488354"/>
                <a:gd name="connsiteY3" fmla="*/ 0 h 257442"/>
                <a:gd name="connsiteX0" fmla="*/ 3488355 w 3488355"/>
                <a:gd name="connsiteY0" fmla="*/ 0 h 257442"/>
                <a:gd name="connsiteX1" fmla="*/ 3433633 w 3488355"/>
                <a:gd name="connsiteY1" fmla="*/ 257442 h 257442"/>
                <a:gd name="connsiteX2" fmla="*/ 0 w 3488355"/>
                <a:gd name="connsiteY2" fmla="*/ 257442 h 257442"/>
                <a:gd name="connsiteX3" fmla="*/ 2 w 3488355"/>
                <a:gd name="connsiteY3" fmla="*/ 0 h 257442"/>
                <a:gd name="connsiteX0" fmla="*/ 3488355 w 3488355"/>
                <a:gd name="connsiteY0" fmla="*/ 0 h 257442"/>
                <a:gd name="connsiteX1" fmla="*/ 3433633 w 3488355"/>
                <a:gd name="connsiteY1" fmla="*/ 257442 h 257442"/>
                <a:gd name="connsiteX2" fmla="*/ 0 w 3488355"/>
                <a:gd name="connsiteY2" fmla="*/ 257442 h 257442"/>
                <a:gd name="connsiteX3" fmla="*/ 1 w 3488355"/>
                <a:gd name="connsiteY3" fmla="*/ 0 h 257442"/>
                <a:gd name="connsiteX0" fmla="*/ 3666288 w 3666288"/>
                <a:gd name="connsiteY0" fmla="*/ 0 h 257442"/>
                <a:gd name="connsiteX1" fmla="*/ 3433633 w 3666288"/>
                <a:gd name="connsiteY1" fmla="*/ 257442 h 257442"/>
                <a:gd name="connsiteX2" fmla="*/ 0 w 3666288"/>
                <a:gd name="connsiteY2" fmla="*/ 257442 h 257442"/>
                <a:gd name="connsiteX3" fmla="*/ 1 w 3666288"/>
                <a:gd name="connsiteY3" fmla="*/ 0 h 257442"/>
                <a:gd name="connsiteX0" fmla="*/ 3666288 w 3666288"/>
                <a:gd name="connsiteY0" fmla="*/ 0 h 257442"/>
                <a:gd name="connsiteX1" fmla="*/ 3611566 w 3666288"/>
                <a:gd name="connsiteY1" fmla="*/ 257442 h 257442"/>
                <a:gd name="connsiteX2" fmla="*/ 0 w 3666288"/>
                <a:gd name="connsiteY2" fmla="*/ 257442 h 257442"/>
                <a:gd name="connsiteX3" fmla="*/ 1 w 3666288"/>
                <a:gd name="connsiteY3" fmla="*/ 0 h 257442"/>
                <a:gd name="connsiteX0" fmla="*/ 3666289 w 3666289"/>
                <a:gd name="connsiteY0" fmla="*/ 0 h 257442"/>
                <a:gd name="connsiteX1" fmla="*/ 3611567 w 3666289"/>
                <a:gd name="connsiteY1" fmla="*/ 257442 h 257442"/>
                <a:gd name="connsiteX2" fmla="*/ 0 w 3666289"/>
                <a:gd name="connsiteY2" fmla="*/ 257442 h 257442"/>
                <a:gd name="connsiteX3" fmla="*/ 2 w 3666289"/>
                <a:gd name="connsiteY3" fmla="*/ 0 h 257442"/>
                <a:gd name="connsiteX0" fmla="*/ 3666289 w 3666289"/>
                <a:gd name="connsiteY0" fmla="*/ 0 h 257442"/>
                <a:gd name="connsiteX1" fmla="*/ 3611567 w 3666289"/>
                <a:gd name="connsiteY1" fmla="*/ 257442 h 257442"/>
                <a:gd name="connsiteX2" fmla="*/ 0 w 3666289"/>
                <a:gd name="connsiteY2" fmla="*/ 257442 h 257442"/>
                <a:gd name="connsiteX3" fmla="*/ 1 w 3666289"/>
                <a:gd name="connsiteY3" fmla="*/ 0 h 257442"/>
                <a:gd name="connsiteX0" fmla="*/ 3834603 w 3834603"/>
                <a:gd name="connsiteY0" fmla="*/ 0 h 257442"/>
                <a:gd name="connsiteX1" fmla="*/ 3611567 w 3834603"/>
                <a:gd name="connsiteY1" fmla="*/ 257442 h 257442"/>
                <a:gd name="connsiteX2" fmla="*/ 0 w 3834603"/>
                <a:gd name="connsiteY2" fmla="*/ 257442 h 257442"/>
                <a:gd name="connsiteX3" fmla="*/ 1 w 3834603"/>
                <a:gd name="connsiteY3" fmla="*/ 0 h 257442"/>
                <a:gd name="connsiteX0" fmla="*/ 3834603 w 3834603"/>
                <a:gd name="connsiteY0" fmla="*/ 0 h 257442"/>
                <a:gd name="connsiteX1" fmla="*/ 3779882 w 3834603"/>
                <a:gd name="connsiteY1" fmla="*/ 257442 h 257442"/>
                <a:gd name="connsiteX2" fmla="*/ 0 w 3834603"/>
                <a:gd name="connsiteY2" fmla="*/ 257442 h 257442"/>
                <a:gd name="connsiteX3" fmla="*/ 1 w 3834603"/>
                <a:gd name="connsiteY3" fmla="*/ 0 h 257442"/>
                <a:gd name="connsiteX0" fmla="*/ 3834603 w 3834603"/>
                <a:gd name="connsiteY0" fmla="*/ 0 h 257442"/>
                <a:gd name="connsiteX1" fmla="*/ 3779882 w 3834603"/>
                <a:gd name="connsiteY1" fmla="*/ 257442 h 257442"/>
                <a:gd name="connsiteX2" fmla="*/ 0 w 3834603"/>
                <a:gd name="connsiteY2" fmla="*/ 257442 h 257442"/>
                <a:gd name="connsiteX3" fmla="*/ 1 w 3834603"/>
                <a:gd name="connsiteY3" fmla="*/ 0 h 257442"/>
                <a:gd name="connsiteX0" fmla="*/ 3834603 w 3834603"/>
                <a:gd name="connsiteY0" fmla="*/ 0 h 257442"/>
                <a:gd name="connsiteX1" fmla="*/ 3779882 w 3834603"/>
                <a:gd name="connsiteY1" fmla="*/ 257442 h 257442"/>
                <a:gd name="connsiteX2" fmla="*/ 0 w 3834603"/>
                <a:gd name="connsiteY2" fmla="*/ 257442 h 257442"/>
                <a:gd name="connsiteX3" fmla="*/ 0 w 3834603"/>
                <a:gd name="connsiteY3" fmla="*/ 0 h 257442"/>
                <a:gd name="connsiteX0" fmla="*/ 4103907 w 4103907"/>
                <a:gd name="connsiteY0" fmla="*/ 0 h 257442"/>
                <a:gd name="connsiteX1" fmla="*/ 3779882 w 4103907"/>
                <a:gd name="connsiteY1" fmla="*/ 257442 h 257442"/>
                <a:gd name="connsiteX2" fmla="*/ 0 w 4103907"/>
                <a:gd name="connsiteY2" fmla="*/ 257442 h 257442"/>
                <a:gd name="connsiteX3" fmla="*/ 0 w 4103907"/>
                <a:gd name="connsiteY3" fmla="*/ 0 h 257442"/>
                <a:gd name="connsiteX0" fmla="*/ 4103907 w 4103907"/>
                <a:gd name="connsiteY0" fmla="*/ 0 h 257442"/>
                <a:gd name="connsiteX1" fmla="*/ 4049186 w 4103907"/>
                <a:gd name="connsiteY1" fmla="*/ 257442 h 257442"/>
                <a:gd name="connsiteX2" fmla="*/ 0 w 4103907"/>
                <a:gd name="connsiteY2" fmla="*/ 257442 h 257442"/>
                <a:gd name="connsiteX3" fmla="*/ 0 w 4103907"/>
                <a:gd name="connsiteY3" fmla="*/ 0 h 257442"/>
                <a:gd name="connsiteX0" fmla="*/ 4103907 w 4103907"/>
                <a:gd name="connsiteY0" fmla="*/ 0 h 257442"/>
                <a:gd name="connsiteX1" fmla="*/ 4049186 w 4103907"/>
                <a:gd name="connsiteY1" fmla="*/ 257442 h 257442"/>
                <a:gd name="connsiteX2" fmla="*/ 0 w 4103907"/>
                <a:gd name="connsiteY2" fmla="*/ 257442 h 257442"/>
                <a:gd name="connsiteX3" fmla="*/ 0 w 4103907"/>
                <a:gd name="connsiteY3" fmla="*/ 0 h 257442"/>
                <a:gd name="connsiteX0" fmla="*/ 4103907 w 4103907"/>
                <a:gd name="connsiteY0" fmla="*/ 0 h 257442"/>
                <a:gd name="connsiteX1" fmla="*/ 4049186 w 4103907"/>
                <a:gd name="connsiteY1" fmla="*/ 257442 h 257442"/>
                <a:gd name="connsiteX2" fmla="*/ 0 w 4103907"/>
                <a:gd name="connsiteY2" fmla="*/ 257442 h 257442"/>
                <a:gd name="connsiteX3" fmla="*/ 0 w 4103907"/>
                <a:gd name="connsiteY3" fmla="*/ 0 h 257442"/>
                <a:gd name="connsiteX0" fmla="*/ 4272223 w 4272223"/>
                <a:gd name="connsiteY0" fmla="*/ 0 h 257442"/>
                <a:gd name="connsiteX1" fmla="*/ 4049186 w 4272223"/>
                <a:gd name="connsiteY1" fmla="*/ 257442 h 257442"/>
                <a:gd name="connsiteX2" fmla="*/ 0 w 4272223"/>
                <a:gd name="connsiteY2" fmla="*/ 257442 h 257442"/>
                <a:gd name="connsiteX3" fmla="*/ 0 w 4272223"/>
                <a:gd name="connsiteY3" fmla="*/ 0 h 257442"/>
                <a:gd name="connsiteX0" fmla="*/ 4272223 w 4272223"/>
                <a:gd name="connsiteY0" fmla="*/ 0 h 257442"/>
                <a:gd name="connsiteX1" fmla="*/ 4217502 w 4272223"/>
                <a:gd name="connsiteY1" fmla="*/ 257442 h 257442"/>
                <a:gd name="connsiteX2" fmla="*/ 0 w 4272223"/>
                <a:gd name="connsiteY2" fmla="*/ 257442 h 257442"/>
                <a:gd name="connsiteX3" fmla="*/ 0 w 4272223"/>
                <a:gd name="connsiteY3" fmla="*/ 0 h 257442"/>
                <a:gd name="connsiteX0" fmla="*/ 4272223 w 4272223"/>
                <a:gd name="connsiteY0" fmla="*/ 0 h 257442"/>
                <a:gd name="connsiteX1" fmla="*/ 4217502 w 4272223"/>
                <a:gd name="connsiteY1" fmla="*/ 257442 h 257442"/>
                <a:gd name="connsiteX2" fmla="*/ 0 w 4272223"/>
                <a:gd name="connsiteY2" fmla="*/ 257442 h 257442"/>
                <a:gd name="connsiteX3" fmla="*/ 0 w 4272223"/>
                <a:gd name="connsiteY3" fmla="*/ 0 h 257442"/>
                <a:gd name="connsiteX0" fmla="*/ 4272223 w 4272223"/>
                <a:gd name="connsiteY0" fmla="*/ 0 h 257442"/>
                <a:gd name="connsiteX1" fmla="*/ 4217502 w 4272223"/>
                <a:gd name="connsiteY1" fmla="*/ 257442 h 257442"/>
                <a:gd name="connsiteX2" fmla="*/ 0 w 4272223"/>
                <a:gd name="connsiteY2" fmla="*/ 257442 h 257442"/>
                <a:gd name="connsiteX3" fmla="*/ 0 w 4272223"/>
                <a:gd name="connsiteY3" fmla="*/ 0 h 257442"/>
                <a:gd name="connsiteX0" fmla="*/ 4474202 w 4474202"/>
                <a:gd name="connsiteY0" fmla="*/ 0 h 257442"/>
                <a:gd name="connsiteX1" fmla="*/ 4217502 w 4474202"/>
                <a:gd name="connsiteY1" fmla="*/ 257442 h 257442"/>
                <a:gd name="connsiteX2" fmla="*/ 0 w 4474202"/>
                <a:gd name="connsiteY2" fmla="*/ 257442 h 257442"/>
                <a:gd name="connsiteX3" fmla="*/ 0 w 4474202"/>
                <a:gd name="connsiteY3" fmla="*/ 0 h 257442"/>
                <a:gd name="connsiteX0" fmla="*/ 4474202 w 4474202"/>
                <a:gd name="connsiteY0" fmla="*/ 0 h 257442"/>
                <a:gd name="connsiteX1" fmla="*/ 4419480 w 4474202"/>
                <a:gd name="connsiteY1" fmla="*/ 257442 h 257442"/>
                <a:gd name="connsiteX2" fmla="*/ 0 w 4474202"/>
                <a:gd name="connsiteY2" fmla="*/ 257442 h 257442"/>
                <a:gd name="connsiteX3" fmla="*/ 0 w 4474202"/>
                <a:gd name="connsiteY3" fmla="*/ 0 h 257442"/>
                <a:gd name="connsiteX0" fmla="*/ 4474203 w 4474203"/>
                <a:gd name="connsiteY0" fmla="*/ 0 h 257442"/>
                <a:gd name="connsiteX1" fmla="*/ 4419481 w 4474203"/>
                <a:gd name="connsiteY1" fmla="*/ 257442 h 257442"/>
                <a:gd name="connsiteX2" fmla="*/ 0 w 4474203"/>
                <a:gd name="connsiteY2" fmla="*/ 257442 h 257442"/>
                <a:gd name="connsiteX3" fmla="*/ 1 w 4474203"/>
                <a:gd name="connsiteY3" fmla="*/ 0 h 257442"/>
                <a:gd name="connsiteX0" fmla="*/ 4474203 w 4474203"/>
                <a:gd name="connsiteY0" fmla="*/ 0 h 257442"/>
                <a:gd name="connsiteX1" fmla="*/ 4419481 w 4474203"/>
                <a:gd name="connsiteY1" fmla="*/ 257442 h 257442"/>
                <a:gd name="connsiteX2" fmla="*/ 0 w 4474203"/>
                <a:gd name="connsiteY2" fmla="*/ 257442 h 257442"/>
                <a:gd name="connsiteX3" fmla="*/ 1 w 4474203"/>
                <a:gd name="connsiteY3" fmla="*/ 0 h 257442"/>
                <a:gd name="connsiteX0" fmla="*/ 4642516 w 4642516"/>
                <a:gd name="connsiteY0" fmla="*/ 0 h 257442"/>
                <a:gd name="connsiteX1" fmla="*/ 4419481 w 4642516"/>
                <a:gd name="connsiteY1" fmla="*/ 257442 h 257442"/>
                <a:gd name="connsiteX2" fmla="*/ 0 w 4642516"/>
                <a:gd name="connsiteY2" fmla="*/ 257442 h 257442"/>
                <a:gd name="connsiteX3" fmla="*/ 1 w 4642516"/>
                <a:gd name="connsiteY3" fmla="*/ 0 h 257442"/>
                <a:gd name="connsiteX0" fmla="*/ 4642516 w 4642516"/>
                <a:gd name="connsiteY0" fmla="*/ 0 h 257442"/>
                <a:gd name="connsiteX1" fmla="*/ 4587794 w 4642516"/>
                <a:gd name="connsiteY1" fmla="*/ 257442 h 257442"/>
                <a:gd name="connsiteX2" fmla="*/ 0 w 4642516"/>
                <a:gd name="connsiteY2" fmla="*/ 257442 h 257442"/>
                <a:gd name="connsiteX3" fmla="*/ 1 w 4642516"/>
                <a:gd name="connsiteY3" fmla="*/ 0 h 257442"/>
                <a:gd name="connsiteX0" fmla="*/ 4642517 w 4642517"/>
                <a:gd name="connsiteY0" fmla="*/ 0 h 257442"/>
                <a:gd name="connsiteX1" fmla="*/ 4587795 w 4642517"/>
                <a:gd name="connsiteY1" fmla="*/ 257442 h 257442"/>
                <a:gd name="connsiteX2" fmla="*/ 0 w 4642517"/>
                <a:gd name="connsiteY2" fmla="*/ 257442 h 257442"/>
                <a:gd name="connsiteX3" fmla="*/ 2 w 4642517"/>
                <a:gd name="connsiteY3" fmla="*/ 0 h 257442"/>
                <a:gd name="connsiteX0" fmla="*/ 4642517 w 4642517"/>
                <a:gd name="connsiteY0" fmla="*/ 0 h 257442"/>
                <a:gd name="connsiteX1" fmla="*/ 4587795 w 4642517"/>
                <a:gd name="connsiteY1" fmla="*/ 257442 h 257442"/>
                <a:gd name="connsiteX2" fmla="*/ 0 w 4642517"/>
                <a:gd name="connsiteY2" fmla="*/ 257442 h 257442"/>
                <a:gd name="connsiteX3" fmla="*/ 1 w 4642517"/>
                <a:gd name="connsiteY3" fmla="*/ 0 h 257442"/>
                <a:gd name="connsiteX0" fmla="*/ 4963117 w 4963117"/>
                <a:gd name="connsiteY0" fmla="*/ 0 h 257442"/>
                <a:gd name="connsiteX1" fmla="*/ 4587795 w 4963117"/>
                <a:gd name="connsiteY1" fmla="*/ 257442 h 257442"/>
                <a:gd name="connsiteX2" fmla="*/ 0 w 4963117"/>
                <a:gd name="connsiteY2" fmla="*/ 257442 h 257442"/>
                <a:gd name="connsiteX3" fmla="*/ 1 w 4963117"/>
                <a:gd name="connsiteY3" fmla="*/ 0 h 257442"/>
                <a:gd name="connsiteX0" fmla="*/ 4963117 w 4963117"/>
                <a:gd name="connsiteY0" fmla="*/ 0 h 257442"/>
                <a:gd name="connsiteX1" fmla="*/ 4908396 w 4963117"/>
                <a:gd name="connsiteY1" fmla="*/ 257442 h 257442"/>
                <a:gd name="connsiteX2" fmla="*/ 0 w 4963117"/>
                <a:gd name="connsiteY2" fmla="*/ 257442 h 257442"/>
                <a:gd name="connsiteX3" fmla="*/ 1 w 4963117"/>
                <a:gd name="connsiteY3" fmla="*/ 0 h 257442"/>
                <a:gd name="connsiteX0" fmla="*/ 4963117 w 4963117"/>
                <a:gd name="connsiteY0" fmla="*/ 0 h 257442"/>
                <a:gd name="connsiteX1" fmla="*/ 4908396 w 4963117"/>
                <a:gd name="connsiteY1" fmla="*/ 257442 h 257442"/>
                <a:gd name="connsiteX2" fmla="*/ 0 w 4963117"/>
                <a:gd name="connsiteY2" fmla="*/ 257442 h 257442"/>
                <a:gd name="connsiteX3" fmla="*/ 1 w 4963117"/>
                <a:gd name="connsiteY3" fmla="*/ 0 h 257442"/>
                <a:gd name="connsiteX0" fmla="*/ 4963117 w 4963117"/>
                <a:gd name="connsiteY0" fmla="*/ 0 h 257442"/>
                <a:gd name="connsiteX1" fmla="*/ 4908396 w 4963117"/>
                <a:gd name="connsiteY1" fmla="*/ 257442 h 257442"/>
                <a:gd name="connsiteX2" fmla="*/ 0 w 4963117"/>
                <a:gd name="connsiteY2" fmla="*/ 257442 h 257442"/>
                <a:gd name="connsiteX3" fmla="*/ 0 w 4963117"/>
                <a:gd name="connsiteY3" fmla="*/ 0 h 257442"/>
                <a:gd name="connsiteX0" fmla="*/ 5141051 w 5141051"/>
                <a:gd name="connsiteY0" fmla="*/ 0 h 257442"/>
                <a:gd name="connsiteX1" fmla="*/ 4908396 w 5141051"/>
                <a:gd name="connsiteY1" fmla="*/ 257442 h 257442"/>
                <a:gd name="connsiteX2" fmla="*/ 0 w 5141051"/>
                <a:gd name="connsiteY2" fmla="*/ 257442 h 257442"/>
                <a:gd name="connsiteX3" fmla="*/ 0 w 5141051"/>
                <a:gd name="connsiteY3" fmla="*/ 0 h 257442"/>
                <a:gd name="connsiteX0" fmla="*/ 5141051 w 5141051"/>
                <a:gd name="connsiteY0" fmla="*/ 0 h 257442"/>
                <a:gd name="connsiteX1" fmla="*/ 5086330 w 5141051"/>
                <a:gd name="connsiteY1" fmla="*/ 257442 h 257442"/>
                <a:gd name="connsiteX2" fmla="*/ 0 w 5141051"/>
                <a:gd name="connsiteY2" fmla="*/ 257442 h 257442"/>
                <a:gd name="connsiteX3" fmla="*/ 0 w 5141051"/>
                <a:gd name="connsiteY3" fmla="*/ 0 h 257442"/>
                <a:gd name="connsiteX0" fmla="*/ 5141051 w 5141051"/>
                <a:gd name="connsiteY0" fmla="*/ 0 h 257442"/>
                <a:gd name="connsiteX1" fmla="*/ 5086330 w 5141051"/>
                <a:gd name="connsiteY1" fmla="*/ 257442 h 257442"/>
                <a:gd name="connsiteX2" fmla="*/ 0 w 5141051"/>
                <a:gd name="connsiteY2" fmla="*/ 257442 h 257442"/>
                <a:gd name="connsiteX3" fmla="*/ 0 w 5141051"/>
                <a:gd name="connsiteY3" fmla="*/ 0 h 257442"/>
                <a:gd name="connsiteX0" fmla="*/ 5141051 w 5141051"/>
                <a:gd name="connsiteY0" fmla="*/ 0 h 257442"/>
                <a:gd name="connsiteX1" fmla="*/ 5086330 w 5141051"/>
                <a:gd name="connsiteY1" fmla="*/ 257442 h 257442"/>
                <a:gd name="connsiteX2" fmla="*/ 0 w 5141051"/>
                <a:gd name="connsiteY2" fmla="*/ 257442 h 257442"/>
                <a:gd name="connsiteX3" fmla="*/ 0 w 5141051"/>
                <a:gd name="connsiteY3" fmla="*/ 0 h 257442"/>
                <a:gd name="connsiteX0" fmla="*/ 5410355 w 5410355"/>
                <a:gd name="connsiteY0" fmla="*/ 0 h 257442"/>
                <a:gd name="connsiteX1" fmla="*/ 5086330 w 5410355"/>
                <a:gd name="connsiteY1" fmla="*/ 257442 h 257442"/>
                <a:gd name="connsiteX2" fmla="*/ 0 w 5410355"/>
                <a:gd name="connsiteY2" fmla="*/ 257442 h 257442"/>
                <a:gd name="connsiteX3" fmla="*/ 0 w 5410355"/>
                <a:gd name="connsiteY3" fmla="*/ 0 h 257442"/>
                <a:gd name="connsiteX0" fmla="*/ 5410355 w 5410355"/>
                <a:gd name="connsiteY0" fmla="*/ 0 h 257442"/>
                <a:gd name="connsiteX1" fmla="*/ 5355634 w 5410355"/>
                <a:gd name="connsiteY1" fmla="*/ 257442 h 257442"/>
                <a:gd name="connsiteX2" fmla="*/ 0 w 5410355"/>
                <a:gd name="connsiteY2" fmla="*/ 257442 h 257442"/>
                <a:gd name="connsiteX3" fmla="*/ 0 w 5410355"/>
                <a:gd name="connsiteY3" fmla="*/ 0 h 257442"/>
                <a:gd name="connsiteX0" fmla="*/ 5410355 w 5410355"/>
                <a:gd name="connsiteY0" fmla="*/ 0 h 257442"/>
                <a:gd name="connsiteX1" fmla="*/ 5355634 w 5410355"/>
                <a:gd name="connsiteY1" fmla="*/ 257442 h 257442"/>
                <a:gd name="connsiteX2" fmla="*/ 0 w 5410355"/>
                <a:gd name="connsiteY2" fmla="*/ 257442 h 257442"/>
                <a:gd name="connsiteX3" fmla="*/ 0 w 5410355"/>
                <a:gd name="connsiteY3" fmla="*/ 0 h 257442"/>
                <a:gd name="connsiteX0" fmla="*/ 5410355 w 5410355"/>
                <a:gd name="connsiteY0" fmla="*/ 0 h 257442"/>
                <a:gd name="connsiteX1" fmla="*/ 5355634 w 5410355"/>
                <a:gd name="connsiteY1" fmla="*/ 257442 h 257442"/>
                <a:gd name="connsiteX2" fmla="*/ 0 w 5410355"/>
                <a:gd name="connsiteY2" fmla="*/ 257442 h 257442"/>
                <a:gd name="connsiteX3" fmla="*/ 0 w 5410355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10355" h="257442">
                  <a:moveTo>
                    <a:pt x="5410355" y="0"/>
                  </a:moveTo>
                  <a:lnTo>
                    <a:pt x="5355634" y="257442"/>
                  </a:lnTo>
                  <a:lnTo>
                    <a:pt x="0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34" name="btfpRunningAgenda1LevelTextLeft797825"/>
            <p:cNvSpPr txBox="1"/>
            <p:nvPr/>
          </p:nvSpPr>
          <p:spPr bwMode="gray">
            <a:xfrm>
              <a:off x="0" y="944429"/>
              <a:ext cx="5456623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FFFFFF"/>
                  </a:solidFill>
                </a:rPr>
                <a:t>Quick Intro &amp; Inclusion Exercise</a:t>
              </a:r>
            </a:p>
          </p:txBody>
        </p:sp>
      </p:grpSp>
      <p:sp>
        <p:nvSpPr>
          <p:cNvPr id="35" name="btfpNumberBubble115230"/>
          <p:cNvSpPr/>
          <p:nvPr/>
        </p:nvSpPr>
        <p:spPr bwMode="gray">
          <a:xfrm>
            <a:off x="39354" y="492113"/>
            <a:ext cx="288636" cy="288636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5C5C5C"/>
                </a:solidFill>
              </a:rPr>
              <a:t>1</a:t>
            </a:r>
          </a:p>
        </p:txBody>
      </p:sp>
      <p:sp>
        <p:nvSpPr>
          <p:cNvPr id="76" name="CommentBox">
            <a:extLst>
              <a:ext uri="{FF2B5EF4-FFF2-40B4-BE49-F238E27FC236}">
                <a16:creationId xmlns:a16="http://schemas.microsoft.com/office/drawing/2014/main" id="{FE36F67F-608E-4935-8466-F494FCACEC99}"/>
              </a:ext>
            </a:extLst>
          </p:cNvPr>
          <p:cNvSpPr/>
          <p:nvPr/>
        </p:nvSpPr>
        <p:spPr bwMode="gray">
          <a:xfrm>
            <a:off x="9969500" y="0"/>
            <a:ext cx="2222500" cy="1016000"/>
          </a:xfrm>
          <a:prstGeom prst="wedgeRoundRectCallout">
            <a:avLst/>
          </a:prstGeom>
          <a:solidFill>
            <a:srgbClr val="006393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AU" sz="1200" b="1" dirty="0" err="1">
                <a:solidFill>
                  <a:srgbClr val="FFFFFF"/>
                </a:solidFill>
                <a:latin typeface="Arial" panose="020B0604020202020204" pitchFamily="34" charset="0"/>
              </a:rPr>
              <a:t>MichelleF</a:t>
            </a:r>
            <a:r>
              <a:rPr lang="en-AU" sz="1200" b="1" dirty="0">
                <a:solidFill>
                  <a:srgbClr val="FFFFFF"/>
                </a:solidFill>
                <a:latin typeface="Arial" panose="020B0604020202020204" pitchFamily="34" charset="0"/>
              </a:rPr>
              <a:t>: OPTION 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3590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btfpColumnIndicatorGroup2">
            <a:extLst>
              <a:ext uri="{FF2B5EF4-FFF2-40B4-BE49-F238E27FC236}">
                <a16:creationId xmlns:a16="http://schemas.microsoft.com/office/drawing/2014/main" id="{7D2C0EAC-0B52-24C1-4166-86055479DD64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69" name="btfpColumnGapBlocker756313">
              <a:extLst>
                <a:ext uri="{FF2B5EF4-FFF2-40B4-BE49-F238E27FC236}">
                  <a16:creationId xmlns:a16="http://schemas.microsoft.com/office/drawing/2014/main" id="{F79F59D6-EAC7-F744-4A16-626417E4AAC3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67" name="btfpColumnGapBlocker854203">
              <a:extLst>
                <a:ext uri="{FF2B5EF4-FFF2-40B4-BE49-F238E27FC236}">
                  <a16:creationId xmlns:a16="http://schemas.microsoft.com/office/drawing/2014/main" id="{84F1FE6F-67B0-D91A-27C6-713D8CDBD290}"/>
                </a:ext>
              </a:extLst>
            </p:cNvPr>
            <p:cNvSpPr/>
            <p:nvPr/>
          </p:nvSpPr>
          <p:spPr bwMode="gray">
            <a:xfrm>
              <a:off x="783775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5" name="btfpColumnIndicator915169">
              <a:extLst>
                <a:ext uri="{FF2B5EF4-FFF2-40B4-BE49-F238E27FC236}">
                  <a16:creationId xmlns:a16="http://schemas.microsoft.com/office/drawing/2014/main" id="{9A61BC81-2742-02AD-E02F-639A20267E08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btfpColumnIndicator675731">
              <a:extLst>
                <a:ext uri="{FF2B5EF4-FFF2-40B4-BE49-F238E27FC236}">
                  <a16:creationId xmlns:a16="http://schemas.microsoft.com/office/drawing/2014/main" id="{180E4F00-8FE8-BDAE-0457-230DC72F4D6C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btfpColumnGapBlocker463807">
              <a:extLst>
                <a:ext uri="{FF2B5EF4-FFF2-40B4-BE49-F238E27FC236}">
                  <a16:creationId xmlns:a16="http://schemas.microsoft.com/office/drawing/2014/main" id="{3115ADBA-5EBB-9E65-356A-5B517BE99D61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9" name="btfpColumnIndicator160959">
              <a:extLst>
                <a:ext uri="{FF2B5EF4-FFF2-40B4-BE49-F238E27FC236}">
                  <a16:creationId xmlns:a16="http://schemas.microsoft.com/office/drawing/2014/main" id="{BFDC2EF8-E03C-3BD6-9679-715A32F45C5C}"/>
                </a:ext>
              </a:extLst>
            </p:cNvPr>
            <p:cNvCxnSpPr/>
            <p:nvPr/>
          </p:nvCxnSpPr>
          <p:spPr bwMode="gray">
            <a:xfrm flipV="1">
              <a:off x="783775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btfpColumnIndicator106320">
              <a:extLst>
                <a:ext uri="{FF2B5EF4-FFF2-40B4-BE49-F238E27FC236}">
                  <a16:creationId xmlns:a16="http://schemas.microsoft.com/office/drawing/2014/main" id="{F0BB50B4-2A27-4CD4-8E14-4B2E04AEADD6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btfpColumnGapBlocker918253">
              <a:extLst>
                <a:ext uri="{FF2B5EF4-FFF2-40B4-BE49-F238E27FC236}">
                  <a16:creationId xmlns:a16="http://schemas.microsoft.com/office/drawing/2014/main" id="{4A713FE0-02C1-6EBA-03D4-75FFD148C8D1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3" name="btfpColumnIndicator255985">
              <a:extLst>
                <a:ext uri="{FF2B5EF4-FFF2-40B4-BE49-F238E27FC236}">
                  <a16:creationId xmlns:a16="http://schemas.microsoft.com/office/drawing/2014/main" id="{09FCDC6F-CCCF-5B85-E8B4-6E349A138498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btfpColumnIndicator593126">
              <a:extLst>
                <a:ext uri="{FF2B5EF4-FFF2-40B4-BE49-F238E27FC236}">
                  <a16:creationId xmlns:a16="http://schemas.microsoft.com/office/drawing/2014/main" id="{3ECFBD01-BB12-A495-86AD-349BEA9E0BCC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btfpColumnIndicatorGroup1">
            <a:extLst>
              <a:ext uri="{FF2B5EF4-FFF2-40B4-BE49-F238E27FC236}">
                <a16:creationId xmlns:a16="http://schemas.microsoft.com/office/drawing/2014/main" id="{AB2CC036-DE2C-B552-67B9-559758B0410C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68" name="btfpColumnGapBlocker999633">
              <a:extLst>
                <a:ext uri="{FF2B5EF4-FFF2-40B4-BE49-F238E27FC236}">
                  <a16:creationId xmlns:a16="http://schemas.microsoft.com/office/drawing/2014/main" id="{338CA0D1-E47E-739D-2F6F-C40261FDD2E1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66" name="btfpColumnGapBlocker914254">
              <a:extLst>
                <a:ext uri="{FF2B5EF4-FFF2-40B4-BE49-F238E27FC236}">
                  <a16:creationId xmlns:a16="http://schemas.microsoft.com/office/drawing/2014/main" id="{B66D8E07-B2F6-A2CA-0DAD-2CE508A6F08E}"/>
                </a:ext>
              </a:extLst>
            </p:cNvPr>
            <p:cNvSpPr/>
            <p:nvPr/>
          </p:nvSpPr>
          <p:spPr bwMode="gray">
            <a:xfrm>
              <a:off x="783775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4" name="btfpColumnIndicator143783">
              <a:extLst>
                <a:ext uri="{FF2B5EF4-FFF2-40B4-BE49-F238E27FC236}">
                  <a16:creationId xmlns:a16="http://schemas.microsoft.com/office/drawing/2014/main" id="{8DDA0BF7-7E6C-564F-926D-810A0FBEC0D5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btfpColumnIndicator684924">
              <a:extLst>
                <a:ext uri="{FF2B5EF4-FFF2-40B4-BE49-F238E27FC236}">
                  <a16:creationId xmlns:a16="http://schemas.microsoft.com/office/drawing/2014/main" id="{170C895B-659F-AD1F-EB67-941FEF8C3240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btfpColumnGapBlocker471494">
              <a:extLst>
                <a:ext uri="{FF2B5EF4-FFF2-40B4-BE49-F238E27FC236}">
                  <a16:creationId xmlns:a16="http://schemas.microsoft.com/office/drawing/2014/main" id="{32C6CC90-12D4-BDA9-763F-BE9243D8F4DA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8" name="btfpColumnIndicator683414">
              <a:extLst>
                <a:ext uri="{FF2B5EF4-FFF2-40B4-BE49-F238E27FC236}">
                  <a16:creationId xmlns:a16="http://schemas.microsoft.com/office/drawing/2014/main" id="{6C84CED3-81E6-9B45-CB1D-8BDB2DB2108A}"/>
                </a:ext>
              </a:extLst>
            </p:cNvPr>
            <p:cNvCxnSpPr/>
            <p:nvPr/>
          </p:nvCxnSpPr>
          <p:spPr bwMode="gray">
            <a:xfrm flipV="1">
              <a:off x="783775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btfpColumnIndicator764675">
              <a:extLst>
                <a:ext uri="{FF2B5EF4-FFF2-40B4-BE49-F238E27FC236}">
                  <a16:creationId xmlns:a16="http://schemas.microsoft.com/office/drawing/2014/main" id="{686A2A73-039D-EB54-EA54-AFAE9FC6CBFC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btfpColumnGapBlocker458738">
              <a:extLst>
                <a:ext uri="{FF2B5EF4-FFF2-40B4-BE49-F238E27FC236}">
                  <a16:creationId xmlns:a16="http://schemas.microsoft.com/office/drawing/2014/main" id="{AD722F95-2143-7119-EF8F-C5725F1C21D8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AU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2" name="btfpColumnIndicator701886">
              <a:extLst>
                <a:ext uri="{FF2B5EF4-FFF2-40B4-BE49-F238E27FC236}">
                  <a16:creationId xmlns:a16="http://schemas.microsoft.com/office/drawing/2014/main" id="{A8C74A35-DC66-2872-C361-077148FC6C3B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btfpColumnIndicator855513">
              <a:extLst>
                <a:ext uri="{FF2B5EF4-FFF2-40B4-BE49-F238E27FC236}">
                  <a16:creationId xmlns:a16="http://schemas.microsoft.com/office/drawing/2014/main" id="{8BE6A781-2942-1BBB-F832-406EFFED4AC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/>
          <p:cNvSpPr/>
          <p:nvPr/>
        </p:nvSpPr>
        <p:spPr bwMode="gray">
          <a:xfrm>
            <a:off x="5305971" y="2"/>
            <a:ext cx="6886029" cy="2284730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858585"/>
                </a:solidFill>
              </a:rPr>
              <a:t>&lt;Placeholder for images of you, family, hobbies, etc.&gt;</a:t>
            </a:r>
          </a:p>
        </p:txBody>
      </p:sp>
      <p:sp>
        <p:nvSpPr>
          <p:cNvPr id="2" name="btfpLayoutConfig" hidden="1"/>
          <p:cNvSpPr txBox="1"/>
          <p:nvPr/>
        </p:nvSpPr>
        <p:spPr bwMode="gray">
          <a:xfrm>
            <a:off x="12700" y="12700"/>
            <a:ext cx="1172363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overall_1_131970011493838224 columns_3_131997261343875431 32_0_131997264094536590 33_0_131997264283405104 7_1_131997269511314468 8_0_132018070001478645 40_1_132028336466919902 </a:t>
            </a:r>
          </a:p>
        </p:txBody>
      </p:sp>
      <p:cxnSp>
        <p:nvCxnSpPr>
          <p:cNvPr id="15" name="Straight Connector 14"/>
          <p:cNvCxnSpPr/>
          <p:nvPr/>
        </p:nvCxnSpPr>
        <p:spPr bwMode="gray">
          <a:xfrm flipH="1">
            <a:off x="474089" y="1841256"/>
            <a:ext cx="174039" cy="696301"/>
          </a:xfrm>
          <a:prstGeom prst="line">
            <a:avLst/>
          </a:prstGeom>
          <a:ln w="381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 bwMode="gray">
          <a:xfrm flipV="1">
            <a:off x="57150" y="2284732"/>
            <a:ext cx="12134850" cy="10793"/>
          </a:xfrm>
          <a:prstGeom prst="line">
            <a:avLst/>
          </a:prstGeom>
          <a:ln w="9525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btfpBulletedList537440"/>
          <p:cNvSpPr/>
          <p:nvPr/>
        </p:nvSpPr>
        <p:spPr>
          <a:xfrm>
            <a:off x="330199" y="2901950"/>
            <a:ext cx="3482976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srgbClr val="000000"/>
                </a:solidFill>
              </a:rPr>
              <a:t>Organization: &lt;Bain/</a:t>
            </a:r>
            <a:r>
              <a:rPr lang="en-US" sz="1400" dirty="0" err="1">
                <a:solidFill>
                  <a:srgbClr val="000000"/>
                </a:solidFill>
              </a:rPr>
              <a:t>StatusNeo</a:t>
            </a:r>
            <a:r>
              <a:rPr lang="en-US" sz="1400" dirty="0">
                <a:solidFill>
                  <a:srgbClr val="000000"/>
                </a:solidFill>
              </a:rPr>
              <a:t>&gt;</a:t>
            </a:r>
          </a:p>
          <a:p>
            <a:pPr>
              <a:defRPr/>
            </a:pPr>
            <a:r>
              <a:rPr lang="en-US" sz="1400" dirty="0">
                <a:solidFill>
                  <a:srgbClr val="000000"/>
                </a:solidFill>
              </a:rPr>
              <a:t>Current location: &lt;Office&gt;</a:t>
            </a:r>
          </a:p>
          <a:p>
            <a:pPr>
              <a:defRPr/>
            </a:pPr>
            <a:r>
              <a:rPr lang="en-US" sz="1400" dirty="0">
                <a:solidFill>
                  <a:srgbClr val="000000"/>
                </a:solidFill>
              </a:rPr>
              <a:t>Role: &lt;</a:t>
            </a:r>
            <a:r>
              <a:rPr lang="en-AU" sz="1400" dirty="0"/>
              <a:t>Product lead, DS lead</a:t>
            </a:r>
            <a:r>
              <a:rPr lang="en-US" sz="1400" dirty="0">
                <a:solidFill>
                  <a:srgbClr val="000000"/>
                </a:solidFill>
              </a:rPr>
              <a:t>&gt;</a:t>
            </a:r>
          </a:p>
          <a:p>
            <a:pPr>
              <a:defRPr/>
            </a:pPr>
            <a:r>
              <a:rPr lang="en-AU" sz="1400" dirty="0">
                <a:solidFill>
                  <a:srgbClr val="000000"/>
                </a:solidFill>
              </a:rPr>
              <a:t>I’m responsible for:</a:t>
            </a:r>
          </a:p>
          <a:p>
            <a:pPr lvl="1">
              <a:defRPr/>
            </a:pPr>
            <a:r>
              <a:rPr lang="en-AU" sz="1200" dirty="0">
                <a:solidFill>
                  <a:srgbClr val="000000"/>
                </a:solidFill>
              </a:rPr>
              <a:t>[Responsibility 1]</a:t>
            </a:r>
          </a:p>
          <a:p>
            <a:pPr lvl="1">
              <a:defRPr/>
            </a:pPr>
            <a:r>
              <a:rPr lang="en-AU" sz="1200" dirty="0">
                <a:solidFill>
                  <a:srgbClr val="000000"/>
                </a:solidFill>
              </a:rPr>
              <a:t>[Responsibility 2]</a:t>
            </a:r>
          </a:p>
          <a:p>
            <a:pPr lvl="1">
              <a:defRPr/>
            </a:pPr>
            <a:r>
              <a:rPr lang="en-AU" sz="1200" dirty="0">
                <a:solidFill>
                  <a:srgbClr val="000000"/>
                </a:solidFill>
              </a:rPr>
              <a:t>[Responsibility 3]</a:t>
            </a:r>
          </a:p>
          <a:p>
            <a:r>
              <a:rPr lang="en-AU" sz="1400" dirty="0"/>
              <a:t>Come to me for:</a:t>
            </a:r>
          </a:p>
          <a:p>
            <a:pPr lvl="1"/>
            <a:r>
              <a:rPr lang="en-AU" sz="1200" dirty="0"/>
              <a:t>[Decisions]</a:t>
            </a:r>
          </a:p>
          <a:p>
            <a:pPr lvl="1"/>
            <a:r>
              <a:rPr lang="en-AU" sz="1200" dirty="0"/>
              <a:t>[Reviews / </a:t>
            </a:r>
            <a:r>
              <a:rPr lang="en-AU" sz="1200" dirty="0" err="1"/>
              <a:t>unblockers</a:t>
            </a:r>
            <a:r>
              <a:rPr lang="en-AU" sz="1200" dirty="0"/>
              <a:t>]</a:t>
            </a:r>
          </a:p>
          <a:p>
            <a:pPr lvl="1"/>
            <a:r>
              <a:rPr lang="en-AU" sz="1200" dirty="0"/>
              <a:t>[Stakeholder alignment]</a:t>
            </a:r>
          </a:p>
          <a:p>
            <a:pPr marL="177800" lvl="1" indent="0">
              <a:buNone/>
              <a:defRPr/>
            </a:pPr>
            <a:endParaRPr lang="en-US" sz="1200" dirty="0">
              <a:solidFill>
                <a:srgbClr val="000000"/>
              </a:solidFill>
            </a:endParaRPr>
          </a:p>
        </p:txBody>
      </p:sp>
      <p:cxnSp>
        <p:nvCxnSpPr>
          <p:cNvPr id="30" name="Straight Connector 29"/>
          <p:cNvCxnSpPr/>
          <p:nvPr/>
        </p:nvCxnSpPr>
        <p:spPr bwMode="gray">
          <a:xfrm flipH="1">
            <a:off x="4362450" y="2838003"/>
            <a:ext cx="0" cy="3481012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 bwMode="gray">
          <a:xfrm flipH="1">
            <a:off x="8391525" y="2838003"/>
            <a:ext cx="0" cy="3481012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 bwMode="gray">
          <a:xfrm flipH="1">
            <a:off x="334963" y="2384425"/>
            <a:ext cx="0" cy="444500"/>
          </a:xfrm>
          <a:prstGeom prst="line">
            <a:avLst/>
          </a:prstGeom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 bwMode="gray">
          <a:xfrm flipH="1">
            <a:off x="4362450" y="2384425"/>
            <a:ext cx="0" cy="444500"/>
          </a:xfrm>
          <a:prstGeom prst="line">
            <a:avLst/>
          </a:prstGeom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 bwMode="gray">
          <a:xfrm flipH="1">
            <a:off x="8391525" y="2384425"/>
            <a:ext cx="0" cy="444500"/>
          </a:xfrm>
          <a:prstGeom prst="line">
            <a:avLst/>
          </a:prstGeom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 bwMode="gray">
          <a:xfrm>
            <a:off x="377825" y="106668"/>
            <a:ext cx="4202530" cy="349702"/>
          </a:xfrm>
          <a:prstGeom prst="rect">
            <a:avLst/>
          </a:prstGeom>
          <a:noFill/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CC0000"/>
                </a:solidFill>
              </a:rPr>
              <a:t>My personal profile</a:t>
            </a:r>
          </a:p>
        </p:txBody>
      </p:sp>
      <p:sp>
        <p:nvSpPr>
          <p:cNvPr id="32" name="btfpBulletedList898449"/>
          <p:cNvSpPr txBox="1"/>
          <p:nvPr>
            <p:custDataLst>
              <p:tags r:id="rId2"/>
            </p:custDataLst>
          </p:nvPr>
        </p:nvSpPr>
        <p:spPr bwMode="gray">
          <a:xfrm>
            <a:off x="4362451" y="2901950"/>
            <a:ext cx="3475037" cy="3550578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AU" sz="1400" dirty="0"/>
              <a:t>Best way to reach me: [Teams / email]</a:t>
            </a:r>
          </a:p>
          <a:p>
            <a:r>
              <a:rPr lang="en-AU" sz="1400" dirty="0"/>
              <a:t>Typical response time: [e.g., same day / within 24 hours]</a:t>
            </a:r>
          </a:p>
          <a:p>
            <a:r>
              <a:rPr lang="en-AU" sz="1400" dirty="0"/>
              <a:t>I prefer updates that are:</a:t>
            </a:r>
          </a:p>
          <a:p>
            <a:pPr lvl="1"/>
            <a:r>
              <a:rPr lang="en-AU" sz="1200" dirty="0"/>
              <a:t>[concise and decision-oriented]</a:t>
            </a:r>
          </a:p>
          <a:p>
            <a:pPr lvl="1"/>
            <a:r>
              <a:rPr lang="en-AU" sz="1200" dirty="0"/>
              <a:t>[clear on risks, </a:t>
            </a:r>
            <a:r>
              <a:rPr lang="en-AU" sz="1200" dirty="0" err="1"/>
              <a:t>tradeoffs</a:t>
            </a:r>
            <a:r>
              <a:rPr lang="en-AU" sz="1200" dirty="0"/>
              <a:t>, and asks]</a:t>
            </a:r>
          </a:p>
          <a:p>
            <a:pPr marL="177800" lvl="1">
              <a:buChar char="•"/>
            </a:pPr>
            <a:endParaRPr lang="en-AU" sz="1200" dirty="0"/>
          </a:p>
          <a:p>
            <a:pPr marL="177800" lvl="1">
              <a:buChar char="•"/>
            </a:pPr>
            <a:r>
              <a:rPr lang="en-AU" sz="1200" dirty="0"/>
              <a:t>For reviews and feedback:</a:t>
            </a:r>
          </a:p>
          <a:p>
            <a:pPr lvl="1"/>
            <a:r>
              <a:rPr lang="en-AU" sz="1200" dirty="0"/>
              <a:t>[share drafts early]</a:t>
            </a:r>
          </a:p>
          <a:p>
            <a:pPr lvl="1"/>
            <a:r>
              <a:rPr lang="en-AU" sz="1200" dirty="0"/>
              <a:t>[flag blockers quickly]</a:t>
            </a:r>
          </a:p>
          <a:p>
            <a:pPr lvl="1"/>
            <a:r>
              <a:rPr lang="en-AU" sz="1200" dirty="0"/>
              <a:t>[bring options where possible]</a:t>
            </a:r>
          </a:p>
          <a:p>
            <a:pPr marL="177800" lvl="1" indent="0">
              <a:buNone/>
            </a:pPr>
            <a:endParaRPr lang="en-AU" sz="1200" dirty="0"/>
          </a:p>
          <a:p>
            <a:pPr>
              <a:spcBef>
                <a:spcPts val="0"/>
              </a:spcBef>
            </a:pPr>
            <a:endParaRPr lang="en-AU" sz="1400" dirty="0"/>
          </a:p>
        </p:txBody>
      </p:sp>
      <p:sp>
        <p:nvSpPr>
          <p:cNvPr id="33" name="btfpBulletedList898449"/>
          <p:cNvSpPr txBox="1"/>
          <p:nvPr>
            <p:custDataLst>
              <p:tags r:id="rId3"/>
            </p:custDataLst>
          </p:nvPr>
        </p:nvSpPr>
        <p:spPr bwMode="gray">
          <a:xfrm>
            <a:off x="8377238" y="2943963"/>
            <a:ext cx="3475037" cy="3027358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AU" sz="1400" dirty="0"/>
              <a:t>Helpful from the team:</a:t>
            </a:r>
          </a:p>
          <a:p>
            <a:pPr lvl="1"/>
            <a:r>
              <a:rPr lang="en-AU" sz="1200" dirty="0"/>
              <a:t>[surface blockers early, especially if they affect build sequencing</a:t>
            </a:r>
          </a:p>
          <a:p>
            <a:pPr lvl="1"/>
            <a:r>
              <a:rPr lang="en-AU" sz="1200" dirty="0"/>
              <a:t>[be transparent on effort, risks, and delivery confidence</a:t>
            </a:r>
          </a:p>
          <a:p>
            <a:pPr lvl="1"/>
            <a:r>
              <a:rPr lang="en-AU" sz="1200" dirty="0"/>
              <a:t>[document key product and technical decisions</a:t>
            </a:r>
          </a:p>
          <a:p>
            <a:r>
              <a:rPr lang="en-AU" sz="1400" dirty="0"/>
              <a:t>Flag early if:</a:t>
            </a:r>
          </a:p>
          <a:p>
            <a:pPr lvl="1"/>
            <a:r>
              <a:rPr lang="en-US" sz="1200" dirty="0"/>
              <a:t>[</a:t>
            </a:r>
            <a:r>
              <a:rPr lang="en-AU" sz="1200" dirty="0"/>
              <a:t>timeline, quality, or adoption is at risk]</a:t>
            </a:r>
          </a:p>
          <a:p>
            <a:pPr lvl="1"/>
            <a:r>
              <a:rPr lang="en-US" sz="1200" dirty="0"/>
              <a:t>[d</a:t>
            </a:r>
            <a:r>
              <a:rPr lang="en-AU" sz="1200" dirty="0" err="1"/>
              <a:t>ependency</a:t>
            </a:r>
            <a:r>
              <a:rPr lang="en-AU" sz="1200" dirty="0"/>
              <a:t> or decision that could slow the team down]</a:t>
            </a:r>
          </a:p>
          <a:p>
            <a:pPr lvl="1"/>
            <a:endParaRPr lang="en-US" sz="1200" dirty="0"/>
          </a:p>
        </p:txBody>
      </p:sp>
      <p:sp>
        <p:nvSpPr>
          <p:cNvPr id="4" name="TextBox 3"/>
          <p:cNvSpPr txBox="1"/>
          <p:nvPr/>
        </p:nvSpPr>
        <p:spPr bwMode="gray">
          <a:xfrm>
            <a:off x="377825" y="2384425"/>
            <a:ext cx="2174875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C0000"/>
                </a:solidFill>
              </a:rPr>
              <a:t>About me</a:t>
            </a:r>
          </a:p>
        </p:txBody>
      </p:sp>
      <p:sp>
        <p:nvSpPr>
          <p:cNvPr id="37" name="TextBox 36"/>
          <p:cNvSpPr txBox="1"/>
          <p:nvPr/>
        </p:nvSpPr>
        <p:spPr bwMode="gray">
          <a:xfrm>
            <a:off x="4405739" y="2384425"/>
            <a:ext cx="2174875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C0000"/>
                </a:solidFill>
              </a:rPr>
              <a:t>How I collaborate</a:t>
            </a:r>
          </a:p>
        </p:txBody>
      </p:sp>
      <p:sp>
        <p:nvSpPr>
          <p:cNvPr id="38" name="TextBox 37"/>
          <p:cNvSpPr txBox="1"/>
          <p:nvPr/>
        </p:nvSpPr>
        <p:spPr bwMode="gray">
          <a:xfrm>
            <a:off x="8434813" y="2384425"/>
            <a:ext cx="3002444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AU" sz="1600" b="1" dirty="0">
                <a:solidFill>
                  <a:srgbClr val="CC0000"/>
                </a:solidFill>
              </a:rPr>
              <a:t>What helps me work well</a:t>
            </a:r>
            <a:endParaRPr lang="en-US" sz="1600" b="1" dirty="0">
              <a:solidFill>
                <a:srgbClr val="CC0000"/>
              </a:solidFill>
            </a:endParaRPr>
          </a:p>
        </p:txBody>
      </p:sp>
      <p:cxnSp>
        <p:nvCxnSpPr>
          <p:cNvPr id="39" name="Straight Connector 38"/>
          <p:cNvCxnSpPr/>
          <p:nvPr/>
        </p:nvCxnSpPr>
        <p:spPr bwMode="gray">
          <a:xfrm flipH="1">
            <a:off x="330199" y="2838003"/>
            <a:ext cx="0" cy="3481012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btfpNotesBox993301"/>
          <p:cNvSpPr txBox="1"/>
          <p:nvPr>
            <p:custDataLst>
              <p:tags r:id="rId4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solidFill>
                  <a:srgbClr val="000000"/>
                </a:solidFill>
              </a:rPr>
              <a:t>Note:*For more guidance, see </a:t>
            </a:r>
            <a:r>
              <a:rPr lang="en-US" sz="800" dirty="0">
                <a:solidFill>
                  <a:srgbClr val="000000"/>
                </a:solidFill>
                <a:hlinkClick r:id="rId8"/>
              </a:rPr>
              <a:t>MBTI Introduction</a:t>
            </a:r>
            <a:r>
              <a:rPr lang="en-US" sz="800" dirty="0">
                <a:solidFill>
                  <a:srgbClr val="000000"/>
                </a:solidFill>
              </a:rPr>
              <a:t> on the BVU and one-page reference for workstyle preferences and coaching and teaching preferences included in this deck</a:t>
            </a:r>
          </a:p>
        </p:txBody>
      </p:sp>
      <p:sp>
        <p:nvSpPr>
          <p:cNvPr id="23" name="TextBox 22"/>
          <p:cNvSpPr txBox="1"/>
          <p:nvPr/>
        </p:nvSpPr>
        <p:spPr bwMode="gray">
          <a:xfrm>
            <a:off x="377825" y="575828"/>
            <a:ext cx="4202530" cy="288147"/>
          </a:xfrm>
          <a:prstGeom prst="rect">
            <a:avLst/>
          </a:prstGeom>
          <a:solidFill>
            <a:srgbClr val="CC0000"/>
          </a:solidFill>
          <a:ln w="19050">
            <a:solidFill>
              <a:srgbClr val="C00000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spcBef>
                <a:spcPts val="1800"/>
              </a:spcBef>
              <a:buNone/>
            </a:pPr>
            <a:r>
              <a:rPr lang="en-US" sz="1400" dirty="0">
                <a:solidFill>
                  <a:srgbClr val="FFFFFF"/>
                </a:solidFill>
              </a:rPr>
              <a:t>&lt;First name and surname&gt;</a:t>
            </a:r>
          </a:p>
        </p:txBody>
      </p:sp>
      <p:grpSp>
        <p:nvGrpSpPr>
          <p:cNvPr id="8" name="btfpStatusSticker592236"/>
          <p:cNvGrpSpPr/>
          <p:nvPr>
            <p:custDataLst>
              <p:tags r:id="rId5"/>
            </p:custDataLst>
          </p:nvPr>
        </p:nvGrpSpPr>
        <p:grpSpPr>
          <a:xfrm>
            <a:off x="10838616" y="50879"/>
            <a:ext cx="1353384" cy="235611"/>
            <a:chOff x="9968666" y="2740371"/>
            <a:chExt cx="1353384" cy="235611"/>
          </a:xfrm>
        </p:grpSpPr>
        <p:sp>
          <p:nvSpPr>
            <p:cNvPr id="3" name="btfpStatusStickerText592236"/>
            <p:cNvSpPr txBox="1"/>
            <p:nvPr/>
          </p:nvSpPr>
          <p:spPr bwMode="gray">
            <a:xfrm>
              <a:off x="9968666" y="2740371"/>
              <a:ext cx="135338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000000"/>
                  </a:solidFill>
                </a:rPr>
                <a:t>template</a:t>
              </a:r>
            </a:p>
          </p:txBody>
        </p:sp>
        <p:cxnSp>
          <p:nvCxnSpPr>
            <p:cNvPr id="6" name="btfpStatusStickerLine592236"/>
            <p:cNvCxnSpPr/>
            <p:nvPr/>
          </p:nvCxnSpPr>
          <p:spPr bwMode="gray">
            <a:xfrm rot="720000">
              <a:off x="9968666" y="2740371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btfpRunningAgenda2Level483051"/>
          <p:cNvGrpSpPr/>
          <p:nvPr>
            <p:custDataLst>
              <p:tags r:id="rId6"/>
            </p:custDataLst>
          </p:nvPr>
        </p:nvGrpSpPr>
        <p:grpSpPr>
          <a:xfrm>
            <a:off x="0" y="944429"/>
            <a:ext cx="3422633" cy="257442"/>
            <a:chOff x="0" y="944429"/>
            <a:chExt cx="3422633" cy="257442"/>
          </a:xfrm>
        </p:grpSpPr>
        <p:sp>
          <p:nvSpPr>
            <p:cNvPr id="44" name="btfpRunningAgenda2LevelBarLeft483051"/>
            <p:cNvSpPr/>
            <p:nvPr/>
          </p:nvSpPr>
          <p:spPr bwMode="gray">
            <a:xfrm>
              <a:off x="0" y="944429"/>
              <a:ext cx="3422633" cy="257442"/>
            </a:xfrm>
            <a:custGeom>
              <a:avLst/>
              <a:gdLst>
                <a:gd name="connsiteX0" fmla="*/ 93477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34771 w 1816204"/>
                <a:gd name="connsiteY0" fmla="*/ 0 h 257442"/>
                <a:gd name="connsiteX1" fmla="*/ 88005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34771 w 934771"/>
                <a:gd name="connsiteY0" fmla="*/ 0 h 257442"/>
                <a:gd name="connsiteX1" fmla="*/ 880051 w 934771"/>
                <a:gd name="connsiteY1" fmla="*/ 257442 h 257442"/>
                <a:gd name="connsiteX2" fmla="*/ 1 w 934771"/>
                <a:gd name="connsiteY2" fmla="*/ 257442 h 257442"/>
                <a:gd name="connsiteX3" fmla="*/ 0 w 934771"/>
                <a:gd name="connsiteY3" fmla="*/ 257442 h 257442"/>
                <a:gd name="connsiteX0" fmla="*/ 934770 w 934770"/>
                <a:gd name="connsiteY0" fmla="*/ 0 h 257442"/>
                <a:gd name="connsiteX1" fmla="*/ 880050 w 934770"/>
                <a:gd name="connsiteY1" fmla="*/ 257442 h 257442"/>
                <a:gd name="connsiteX2" fmla="*/ 0 w 934770"/>
                <a:gd name="connsiteY2" fmla="*/ 257442 h 257442"/>
                <a:gd name="connsiteX3" fmla="*/ 1 w 934770"/>
                <a:gd name="connsiteY3" fmla="*/ 0 h 257442"/>
                <a:gd name="connsiteX0" fmla="*/ 1095071 w 1095071"/>
                <a:gd name="connsiteY0" fmla="*/ 0 h 257442"/>
                <a:gd name="connsiteX1" fmla="*/ 880050 w 1095071"/>
                <a:gd name="connsiteY1" fmla="*/ 257442 h 257442"/>
                <a:gd name="connsiteX2" fmla="*/ 0 w 1095071"/>
                <a:gd name="connsiteY2" fmla="*/ 257442 h 257442"/>
                <a:gd name="connsiteX3" fmla="*/ 1 w 1095071"/>
                <a:gd name="connsiteY3" fmla="*/ 0 h 257442"/>
                <a:gd name="connsiteX0" fmla="*/ 1095071 w 1095071"/>
                <a:gd name="connsiteY0" fmla="*/ 0 h 257442"/>
                <a:gd name="connsiteX1" fmla="*/ 1040350 w 1095071"/>
                <a:gd name="connsiteY1" fmla="*/ 257442 h 257442"/>
                <a:gd name="connsiteX2" fmla="*/ 0 w 1095071"/>
                <a:gd name="connsiteY2" fmla="*/ 257442 h 257442"/>
                <a:gd name="connsiteX3" fmla="*/ 1 w 1095071"/>
                <a:gd name="connsiteY3" fmla="*/ 0 h 257442"/>
                <a:gd name="connsiteX0" fmla="*/ 1095071 w 1095071"/>
                <a:gd name="connsiteY0" fmla="*/ 0 h 257442"/>
                <a:gd name="connsiteX1" fmla="*/ 1040350 w 1095071"/>
                <a:gd name="connsiteY1" fmla="*/ 257442 h 257442"/>
                <a:gd name="connsiteX2" fmla="*/ 0 w 1095071"/>
                <a:gd name="connsiteY2" fmla="*/ 257442 h 257442"/>
                <a:gd name="connsiteX3" fmla="*/ 1 w 1095071"/>
                <a:gd name="connsiteY3" fmla="*/ 0 h 257442"/>
                <a:gd name="connsiteX0" fmla="*/ 1095071 w 1095071"/>
                <a:gd name="connsiteY0" fmla="*/ 0 h 257442"/>
                <a:gd name="connsiteX1" fmla="*/ 1040350 w 1095071"/>
                <a:gd name="connsiteY1" fmla="*/ 257442 h 257442"/>
                <a:gd name="connsiteX2" fmla="*/ 0 w 1095071"/>
                <a:gd name="connsiteY2" fmla="*/ 257442 h 257442"/>
                <a:gd name="connsiteX3" fmla="*/ 0 w 1095071"/>
                <a:gd name="connsiteY3" fmla="*/ 0 h 257442"/>
                <a:gd name="connsiteX0" fmla="*/ 1263386 w 1263386"/>
                <a:gd name="connsiteY0" fmla="*/ 0 h 257442"/>
                <a:gd name="connsiteX1" fmla="*/ 1040350 w 1263386"/>
                <a:gd name="connsiteY1" fmla="*/ 257442 h 257442"/>
                <a:gd name="connsiteX2" fmla="*/ 0 w 1263386"/>
                <a:gd name="connsiteY2" fmla="*/ 257442 h 257442"/>
                <a:gd name="connsiteX3" fmla="*/ 0 w 1263386"/>
                <a:gd name="connsiteY3" fmla="*/ 0 h 257442"/>
                <a:gd name="connsiteX0" fmla="*/ 1263386 w 1263386"/>
                <a:gd name="connsiteY0" fmla="*/ 0 h 257442"/>
                <a:gd name="connsiteX1" fmla="*/ 1208664 w 1263386"/>
                <a:gd name="connsiteY1" fmla="*/ 257442 h 257442"/>
                <a:gd name="connsiteX2" fmla="*/ 0 w 1263386"/>
                <a:gd name="connsiteY2" fmla="*/ 257442 h 257442"/>
                <a:gd name="connsiteX3" fmla="*/ 0 w 1263386"/>
                <a:gd name="connsiteY3" fmla="*/ 0 h 257442"/>
                <a:gd name="connsiteX0" fmla="*/ 1263387 w 1263387"/>
                <a:gd name="connsiteY0" fmla="*/ 0 h 257442"/>
                <a:gd name="connsiteX1" fmla="*/ 1208665 w 1263387"/>
                <a:gd name="connsiteY1" fmla="*/ 257442 h 257442"/>
                <a:gd name="connsiteX2" fmla="*/ 0 w 1263387"/>
                <a:gd name="connsiteY2" fmla="*/ 257442 h 257442"/>
                <a:gd name="connsiteX3" fmla="*/ 1 w 1263387"/>
                <a:gd name="connsiteY3" fmla="*/ 0 h 257442"/>
                <a:gd name="connsiteX0" fmla="*/ 1263387 w 1263387"/>
                <a:gd name="connsiteY0" fmla="*/ 0 h 257442"/>
                <a:gd name="connsiteX1" fmla="*/ 1208665 w 1263387"/>
                <a:gd name="connsiteY1" fmla="*/ 257442 h 257442"/>
                <a:gd name="connsiteX2" fmla="*/ 0 w 1263387"/>
                <a:gd name="connsiteY2" fmla="*/ 257442 h 257442"/>
                <a:gd name="connsiteX3" fmla="*/ 1 w 1263387"/>
                <a:gd name="connsiteY3" fmla="*/ 0 h 257442"/>
                <a:gd name="connsiteX0" fmla="*/ 1449335 w 1449335"/>
                <a:gd name="connsiteY0" fmla="*/ 0 h 257442"/>
                <a:gd name="connsiteX1" fmla="*/ 1208665 w 1449335"/>
                <a:gd name="connsiteY1" fmla="*/ 257442 h 257442"/>
                <a:gd name="connsiteX2" fmla="*/ 0 w 1449335"/>
                <a:gd name="connsiteY2" fmla="*/ 257442 h 257442"/>
                <a:gd name="connsiteX3" fmla="*/ 1 w 1449335"/>
                <a:gd name="connsiteY3" fmla="*/ 0 h 257442"/>
                <a:gd name="connsiteX0" fmla="*/ 1449335 w 1449335"/>
                <a:gd name="connsiteY0" fmla="*/ 0 h 257442"/>
                <a:gd name="connsiteX1" fmla="*/ 1394614 w 1449335"/>
                <a:gd name="connsiteY1" fmla="*/ 257442 h 257442"/>
                <a:gd name="connsiteX2" fmla="*/ 0 w 1449335"/>
                <a:gd name="connsiteY2" fmla="*/ 257442 h 257442"/>
                <a:gd name="connsiteX3" fmla="*/ 1 w 1449335"/>
                <a:gd name="connsiteY3" fmla="*/ 0 h 257442"/>
                <a:gd name="connsiteX0" fmla="*/ 1449335 w 1449335"/>
                <a:gd name="connsiteY0" fmla="*/ 0 h 257442"/>
                <a:gd name="connsiteX1" fmla="*/ 1394614 w 1449335"/>
                <a:gd name="connsiteY1" fmla="*/ 257442 h 257442"/>
                <a:gd name="connsiteX2" fmla="*/ 0 w 1449335"/>
                <a:gd name="connsiteY2" fmla="*/ 257442 h 257442"/>
                <a:gd name="connsiteX3" fmla="*/ 1 w 1449335"/>
                <a:gd name="connsiteY3" fmla="*/ 0 h 257442"/>
                <a:gd name="connsiteX0" fmla="*/ 1449335 w 1449335"/>
                <a:gd name="connsiteY0" fmla="*/ 0 h 257442"/>
                <a:gd name="connsiteX1" fmla="*/ 1394614 w 1449335"/>
                <a:gd name="connsiteY1" fmla="*/ 257442 h 257442"/>
                <a:gd name="connsiteX2" fmla="*/ 0 w 1449335"/>
                <a:gd name="connsiteY2" fmla="*/ 257442 h 257442"/>
                <a:gd name="connsiteX3" fmla="*/ 0 w 1449335"/>
                <a:gd name="connsiteY3" fmla="*/ 0 h 257442"/>
                <a:gd name="connsiteX0" fmla="*/ 1550324 w 1550324"/>
                <a:gd name="connsiteY0" fmla="*/ 0 h 257442"/>
                <a:gd name="connsiteX1" fmla="*/ 1394614 w 1550324"/>
                <a:gd name="connsiteY1" fmla="*/ 257442 h 257442"/>
                <a:gd name="connsiteX2" fmla="*/ 0 w 1550324"/>
                <a:gd name="connsiteY2" fmla="*/ 257442 h 257442"/>
                <a:gd name="connsiteX3" fmla="*/ 0 w 1550324"/>
                <a:gd name="connsiteY3" fmla="*/ 0 h 257442"/>
                <a:gd name="connsiteX0" fmla="*/ 1550324 w 1550324"/>
                <a:gd name="connsiteY0" fmla="*/ 0 h 257442"/>
                <a:gd name="connsiteX1" fmla="*/ 1495602 w 1550324"/>
                <a:gd name="connsiteY1" fmla="*/ 257442 h 257442"/>
                <a:gd name="connsiteX2" fmla="*/ 0 w 1550324"/>
                <a:gd name="connsiteY2" fmla="*/ 257442 h 257442"/>
                <a:gd name="connsiteX3" fmla="*/ 0 w 1550324"/>
                <a:gd name="connsiteY3" fmla="*/ 0 h 257442"/>
                <a:gd name="connsiteX0" fmla="*/ 1550325 w 1550325"/>
                <a:gd name="connsiteY0" fmla="*/ 0 h 257442"/>
                <a:gd name="connsiteX1" fmla="*/ 1495603 w 1550325"/>
                <a:gd name="connsiteY1" fmla="*/ 257442 h 257442"/>
                <a:gd name="connsiteX2" fmla="*/ 0 w 1550325"/>
                <a:gd name="connsiteY2" fmla="*/ 257442 h 257442"/>
                <a:gd name="connsiteX3" fmla="*/ 1 w 1550325"/>
                <a:gd name="connsiteY3" fmla="*/ 0 h 257442"/>
                <a:gd name="connsiteX0" fmla="*/ 1550325 w 1550325"/>
                <a:gd name="connsiteY0" fmla="*/ 0 h 257442"/>
                <a:gd name="connsiteX1" fmla="*/ 1495603 w 1550325"/>
                <a:gd name="connsiteY1" fmla="*/ 257442 h 257442"/>
                <a:gd name="connsiteX2" fmla="*/ 0 w 1550325"/>
                <a:gd name="connsiteY2" fmla="*/ 257442 h 257442"/>
                <a:gd name="connsiteX3" fmla="*/ 1 w 1550325"/>
                <a:gd name="connsiteY3" fmla="*/ 0 h 257442"/>
                <a:gd name="connsiteX0" fmla="*/ 1718639 w 1718639"/>
                <a:gd name="connsiteY0" fmla="*/ 0 h 257442"/>
                <a:gd name="connsiteX1" fmla="*/ 1495603 w 1718639"/>
                <a:gd name="connsiteY1" fmla="*/ 257442 h 257442"/>
                <a:gd name="connsiteX2" fmla="*/ 0 w 1718639"/>
                <a:gd name="connsiteY2" fmla="*/ 257442 h 257442"/>
                <a:gd name="connsiteX3" fmla="*/ 1 w 1718639"/>
                <a:gd name="connsiteY3" fmla="*/ 0 h 257442"/>
                <a:gd name="connsiteX0" fmla="*/ 1718639 w 1718639"/>
                <a:gd name="connsiteY0" fmla="*/ 0 h 257442"/>
                <a:gd name="connsiteX1" fmla="*/ 1663918 w 1718639"/>
                <a:gd name="connsiteY1" fmla="*/ 257442 h 257442"/>
                <a:gd name="connsiteX2" fmla="*/ 0 w 1718639"/>
                <a:gd name="connsiteY2" fmla="*/ 257442 h 257442"/>
                <a:gd name="connsiteX3" fmla="*/ 1 w 1718639"/>
                <a:gd name="connsiteY3" fmla="*/ 0 h 257442"/>
                <a:gd name="connsiteX0" fmla="*/ 1718639 w 1718639"/>
                <a:gd name="connsiteY0" fmla="*/ 0 h 257442"/>
                <a:gd name="connsiteX1" fmla="*/ 1663918 w 1718639"/>
                <a:gd name="connsiteY1" fmla="*/ 257442 h 257442"/>
                <a:gd name="connsiteX2" fmla="*/ 0 w 1718639"/>
                <a:gd name="connsiteY2" fmla="*/ 257442 h 257442"/>
                <a:gd name="connsiteX3" fmla="*/ 1 w 1718639"/>
                <a:gd name="connsiteY3" fmla="*/ 0 h 257442"/>
                <a:gd name="connsiteX0" fmla="*/ 1718639 w 1718639"/>
                <a:gd name="connsiteY0" fmla="*/ 0 h 257442"/>
                <a:gd name="connsiteX1" fmla="*/ 1663918 w 1718639"/>
                <a:gd name="connsiteY1" fmla="*/ 257442 h 257442"/>
                <a:gd name="connsiteX2" fmla="*/ 0 w 1718639"/>
                <a:gd name="connsiteY2" fmla="*/ 257442 h 257442"/>
                <a:gd name="connsiteX3" fmla="*/ 0 w 1718639"/>
                <a:gd name="connsiteY3" fmla="*/ 0 h 257442"/>
                <a:gd name="connsiteX0" fmla="*/ 1819629 w 1819629"/>
                <a:gd name="connsiteY0" fmla="*/ 0 h 257442"/>
                <a:gd name="connsiteX1" fmla="*/ 1663918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819629 w 1819629"/>
                <a:gd name="connsiteY0" fmla="*/ 0 h 257442"/>
                <a:gd name="connsiteX1" fmla="*/ 1764908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819629 w 1819629"/>
                <a:gd name="connsiteY0" fmla="*/ 0 h 257442"/>
                <a:gd name="connsiteX1" fmla="*/ 1764908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819629 w 1819629"/>
                <a:gd name="connsiteY0" fmla="*/ 0 h 257442"/>
                <a:gd name="connsiteX1" fmla="*/ 1764908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987944 w 1987944"/>
                <a:gd name="connsiteY0" fmla="*/ 0 h 257442"/>
                <a:gd name="connsiteX1" fmla="*/ 1764908 w 1987944"/>
                <a:gd name="connsiteY1" fmla="*/ 257442 h 257442"/>
                <a:gd name="connsiteX2" fmla="*/ 0 w 1987944"/>
                <a:gd name="connsiteY2" fmla="*/ 257442 h 257442"/>
                <a:gd name="connsiteX3" fmla="*/ 0 w 1987944"/>
                <a:gd name="connsiteY3" fmla="*/ 0 h 257442"/>
                <a:gd name="connsiteX0" fmla="*/ 1987944 w 1987944"/>
                <a:gd name="connsiteY0" fmla="*/ 0 h 257442"/>
                <a:gd name="connsiteX1" fmla="*/ 1933222 w 1987944"/>
                <a:gd name="connsiteY1" fmla="*/ 257442 h 257442"/>
                <a:gd name="connsiteX2" fmla="*/ 0 w 1987944"/>
                <a:gd name="connsiteY2" fmla="*/ 257442 h 257442"/>
                <a:gd name="connsiteX3" fmla="*/ 0 w 1987944"/>
                <a:gd name="connsiteY3" fmla="*/ 0 h 257442"/>
                <a:gd name="connsiteX0" fmla="*/ 1987945 w 1987945"/>
                <a:gd name="connsiteY0" fmla="*/ 0 h 257442"/>
                <a:gd name="connsiteX1" fmla="*/ 1933223 w 1987945"/>
                <a:gd name="connsiteY1" fmla="*/ 257442 h 257442"/>
                <a:gd name="connsiteX2" fmla="*/ 0 w 1987945"/>
                <a:gd name="connsiteY2" fmla="*/ 257442 h 257442"/>
                <a:gd name="connsiteX3" fmla="*/ 1 w 1987945"/>
                <a:gd name="connsiteY3" fmla="*/ 0 h 257442"/>
                <a:gd name="connsiteX0" fmla="*/ 1987945 w 1987945"/>
                <a:gd name="connsiteY0" fmla="*/ 0 h 257442"/>
                <a:gd name="connsiteX1" fmla="*/ 1933223 w 1987945"/>
                <a:gd name="connsiteY1" fmla="*/ 257442 h 257442"/>
                <a:gd name="connsiteX2" fmla="*/ 0 w 1987945"/>
                <a:gd name="connsiteY2" fmla="*/ 257442 h 257442"/>
                <a:gd name="connsiteX3" fmla="*/ 1 w 1987945"/>
                <a:gd name="connsiteY3" fmla="*/ 0 h 257442"/>
                <a:gd name="connsiteX0" fmla="*/ 2156259 w 2156259"/>
                <a:gd name="connsiteY0" fmla="*/ 0 h 257442"/>
                <a:gd name="connsiteX1" fmla="*/ 1933223 w 2156259"/>
                <a:gd name="connsiteY1" fmla="*/ 257442 h 257442"/>
                <a:gd name="connsiteX2" fmla="*/ 0 w 2156259"/>
                <a:gd name="connsiteY2" fmla="*/ 257442 h 257442"/>
                <a:gd name="connsiteX3" fmla="*/ 1 w 2156259"/>
                <a:gd name="connsiteY3" fmla="*/ 0 h 257442"/>
                <a:gd name="connsiteX0" fmla="*/ 2156259 w 2156259"/>
                <a:gd name="connsiteY0" fmla="*/ 0 h 257442"/>
                <a:gd name="connsiteX1" fmla="*/ 2101538 w 2156259"/>
                <a:gd name="connsiteY1" fmla="*/ 257442 h 257442"/>
                <a:gd name="connsiteX2" fmla="*/ 0 w 2156259"/>
                <a:gd name="connsiteY2" fmla="*/ 257442 h 257442"/>
                <a:gd name="connsiteX3" fmla="*/ 1 w 2156259"/>
                <a:gd name="connsiteY3" fmla="*/ 0 h 257442"/>
                <a:gd name="connsiteX0" fmla="*/ 2156259 w 2156259"/>
                <a:gd name="connsiteY0" fmla="*/ 0 h 257442"/>
                <a:gd name="connsiteX1" fmla="*/ 2101538 w 2156259"/>
                <a:gd name="connsiteY1" fmla="*/ 257442 h 257442"/>
                <a:gd name="connsiteX2" fmla="*/ 0 w 2156259"/>
                <a:gd name="connsiteY2" fmla="*/ 257442 h 257442"/>
                <a:gd name="connsiteX3" fmla="*/ 1 w 2156259"/>
                <a:gd name="connsiteY3" fmla="*/ 0 h 257442"/>
                <a:gd name="connsiteX0" fmla="*/ 2156259 w 2156259"/>
                <a:gd name="connsiteY0" fmla="*/ 0 h 257442"/>
                <a:gd name="connsiteX1" fmla="*/ 2101538 w 2156259"/>
                <a:gd name="connsiteY1" fmla="*/ 257442 h 257442"/>
                <a:gd name="connsiteX2" fmla="*/ 0 w 2156259"/>
                <a:gd name="connsiteY2" fmla="*/ 257442 h 257442"/>
                <a:gd name="connsiteX3" fmla="*/ 0 w 2156259"/>
                <a:gd name="connsiteY3" fmla="*/ 0 h 257442"/>
                <a:gd name="connsiteX0" fmla="*/ 2265264 w 2265264"/>
                <a:gd name="connsiteY0" fmla="*/ 0 h 257442"/>
                <a:gd name="connsiteX1" fmla="*/ 2101538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4 w 2265264"/>
                <a:gd name="connsiteY0" fmla="*/ 0 h 257442"/>
                <a:gd name="connsiteX1" fmla="*/ 2210542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443196 w 2443196"/>
                <a:gd name="connsiteY0" fmla="*/ 0 h 257442"/>
                <a:gd name="connsiteX1" fmla="*/ 2210543 w 2443196"/>
                <a:gd name="connsiteY1" fmla="*/ 257442 h 257442"/>
                <a:gd name="connsiteX2" fmla="*/ 0 w 2443196"/>
                <a:gd name="connsiteY2" fmla="*/ 257442 h 257442"/>
                <a:gd name="connsiteX3" fmla="*/ 1 w 2443196"/>
                <a:gd name="connsiteY3" fmla="*/ 0 h 257442"/>
                <a:gd name="connsiteX0" fmla="*/ 2443196 w 2443196"/>
                <a:gd name="connsiteY0" fmla="*/ 0 h 257442"/>
                <a:gd name="connsiteX1" fmla="*/ 2388474 w 2443196"/>
                <a:gd name="connsiteY1" fmla="*/ 257442 h 257442"/>
                <a:gd name="connsiteX2" fmla="*/ 0 w 2443196"/>
                <a:gd name="connsiteY2" fmla="*/ 257442 h 257442"/>
                <a:gd name="connsiteX3" fmla="*/ 1 w 2443196"/>
                <a:gd name="connsiteY3" fmla="*/ 0 h 257442"/>
                <a:gd name="connsiteX0" fmla="*/ 2443197 w 2443197"/>
                <a:gd name="connsiteY0" fmla="*/ 0 h 257442"/>
                <a:gd name="connsiteX1" fmla="*/ 2388475 w 2443197"/>
                <a:gd name="connsiteY1" fmla="*/ 257442 h 257442"/>
                <a:gd name="connsiteX2" fmla="*/ 0 w 2443197"/>
                <a:gd name="connsiteY2" fmla="*/ 257442 h 257442"/>
                <a:gd name="connsiteX3" fmla="*/ 2 w 2443197"/>
                <a:gd name="connsiteY3" fmla="*/ 0 h 257442"/>
                <a:gd name="connsiteX0" fmla="*/ 2443197 w 2443197"/>
                <a:gd name="connsiteY0" fmla="*/ 0 h 257442"/>
                <a:gd name="connsiteX1" fmla="*/ 2388475 w 2443197"/>
                <a:gd name="connsiteY1" fmla="*/ 257442 h 257442"/>
                <a:gd name="connsiteX2" fmla="*/ 0 w 2443197"/>
                <a:gd name="connsiteY2" fmla="*/ 257442 h 257442"/>
                <a:gd name="connsiteX3" fmla="*/ 1 w 2443197"/>
                <a:gd name="connsiteY3" fmla="*/ 0 h 257442"/>
                <a:gd name="connsiteX0" fmla="*/ 2595482 w 2595482"/>
                <a:gd name="connsiteY0" fmla="*/ 0 h 257442"/>
                <a:gd name="connsiteX1" fmla="*/ 2388475 w 2595482"/>
                <a:gd name="connsiteY1" fmla="*/ 257442 h 257442"/>
                <a:gd name="connsiteX2" fmla="*/ 0 w 2595482"/>
                <a:gd name="connsiteY2" fmla="*/ 257442 h 257442"/>
                <a:gd name="connsiteX3" fmla="*/ 1 w 2595482"/>
                <a:gd name="connsiteY3" fmla="*/ 0 h 257442"/>
                <a:gd name="connsiteX0" fmla="*/ 2595482 w 2595482"/>
                <a:gd name="connsiteY0" fmla="*/ 0 h 257442"/>
                <a:gd name="connsiteX1" fmla="*/ 2540760 w 2595482"/>
                <a:gd name="connsiteY1" fmla="*/ 257442 h 257442"/>
                <a:gd name="connsiteX2" fmla="*/ 0 w 2595482"/>
                <a:gd name="connsiteY2" fmla="*/ 257442 h 257442"/>
                <a:gd name="connsiteX3" fmla="*/ 1 w 2595482"/>
                <a:gd name="connsiteY3" fmla="*/ 0 h 257442"/>
                <a:gd name="connsiteX0" fmla="*/ 2595483 w 2595483"/>
                <a:gd name="connsiteY0" fmla="*/ 0 h 257442"/>
                <a:gd name="connsiteX1" fmla="*/ 2540761 w 2595483"/>
                <a:gd name="connsiteY1" fmla="*/ 257442 h 257442"/>
                <a:gd name="connsiteX2" fmla="*/ 0 w 2595483"/>
                <a:gd name="connsiteY2" fmla="*/ 257442 h 257442"/>
                <a:gd name="connsiteX3" fmla="*/ 2 w 2595483"/>
                <a:gd name="connsiteY3" fmla="*/ 0 h 257442"/>
                <a:gd name="connsiteX0" fmla="*/ 2595483 w 2595483"/>
                <a:gd name="connsiteY0" fmla="*/ 0 h 257442"/>
                <a:gd name="connsiteX1" fmla="*/ 2540761 w 2595483"/>
                <a:gd name="connsiteY1" fmla="*/ 257442 h 257442"/>
                <a:gd name="connsiteX2" fmla="*/ 0 w 2595483"/>
                <a:gd name="connsiteY2" fmla="*/ 257442 h 257442"/>
                <a:gd name="connsiteX3" fmla="*/ 1 w 2595483"/>
                <a:gd name="connsiteY3" fmla="*/ 0 h 257442"/>
                <a:gd name="connsiteX0" fmla="*/ 2747767 w 2747767"/>
                <a:gd name="connsiteY0" fmla="*/ 0 h 257442"/>
                <a:gd name="connsiteX1" fmla="*/ 2540761 w 2747767"/>
                <a:gd name="connsiteY1" fmla="*/ 257442 h 257442"/>
                <a:gd name="connsiteX2" fmla="*/ 0 w 2747767"/>
                <a:gd name="connsiteY2" fmla="*/ 257442 h 257442"/>
                <a:gd name="connsiteX3" fmla="*/ 1 w 2747767"/>
                <a:gd name="connsiteY3" fmla="*/ 0 h 257442"/>
                <a:gd name="connsiteX0" fmla="*/ 2747767 w 2747767"/>
                <a:gd name="connsiteY0" fmla="*/ 0 h 257442"/>
                <a:gd name="connsiteX1" fmla="*/ 2693046 w 2747767"/>
                <a:gd name="connsiteY1" fmla="*/ 257442 h 257442"/>
                <a:gd name="connsiteX2" fmla="*/ 0 w 2747767"/>
                <a:gd name="connsiteY2" fmla="*/ 257442 h 257442"/>
                <a:gd name="connsiteX3" fmla="*/ 1 w 2747767"/>
                <a:gd name="connsiteY3" fmla="*/ 0 h 257442"/>
                <a:gd name="connsiteX0" fmla="*/ 2747767 w 2747767"/>
                <a:gd name="connsiteY0" fmla="*/ 0 h 257442"/>
                <a:gd name="connsiteX1" fmla="*/ 2693046 w 2747767"/>
                <a:gd name="connsiteY1" fmla="*/ 257442 h 257442"/>
                <a:gd name="connsiteX2" fmla="*/ 0 w 2747767"/>
                <a:gd name="connsiteY2" fmla="*/ 257442 h 257442"/>
                <a:gd name="connsiteX3" fmla="*/ 1 w 2747767"/>
                <a:gd name="connsiteY3" fmla="*/ 0 h 257442"/>
                <a:gd name="connsiteX0" fmla="*/ 2747767 w 2747767"/>
                <a:gd name="connsiteY0" fmla="*/ 0 h 257442"/>
                <a:gd name="connsiteX1" fmla="*/ 2693046 w 2747767"/>
                <a:gd name="connsiteY1" fmla="*/ 257442 h 257442"/>
                <a:gd name="connsiteX2" fmla="*/ 0 w 2747767"/>
                <a:gd name="connsiteY2" fmla="*/ 257442 h 257442"/>
                <a:gd name="connsiteX3" fmla="*/ 0 w 2747767"/>
                <a:gd name="connsiteY3" fmla="*/ 0 h 257442"/>
                <a:gd name="connsiteX0" fmla="*/ 1651313 w 2693046"/>
                <a:gd name="connsiteY0" fmla="*/ 0 h 257442"/>
                <a:gd name="connsiteX1" fmla="*/ 2693046 w 2693046"/>
                <a:gd name="connsiteY1" fmla="*/ 257442 h 257442"/>
                <a:gd name="connsiteX2" fmla="*/ 0 w 2693046"/>
                <a:gd name="connsiteY2" fmla="*/ 257442 h 257442"/>
                <a:gd name="connsiteX3" fmla="*/ 0 w 2693046"/>
                <a:gd name="connsiteY3" fmla="*/ 0 h 257442"/>
                <a:gd name="connsiteX0" fmla="*/ 1651313 w 1651313"/>
                <a:gd name="connsiteY0" fmla="*/ 0 h 257442"/>
                <a:gd name="connsiteX1" fmla="*/ 1596592 w 1651313"/>
                <a:gd name="connsiteY1" fmla="*/ 257442 h 257442"/>
                <a:gd name="connsiteX2" fmla="*/ 0 w 1651313"/>
                <a:gd name="connsiteY2" fmla="*/ 257442 h 257442"/>
                <a:gd name="connsiteX3" fmla="*/ 0 w 1651313"/>
                <a:gd name="connsiteY3" fmla="*/ 0 h 257442"/>
                <a:gd name="connsiteX0" fmla="*/ 1651313 w 1651313"/>
                <a:gd name="connsiteY0" fmla="*/ 0 h 257442"/>
                <a:gd name="connsiteX1" fmla="*/ 1596592 w 1651313"/>
                <a:gd name="connsiteY1" fmla="*/ 257442 h 257442"/>
                <a:gd name="connsiteX2" fmla="*/ 1 w 1651313"/>
                <a:gd name="connsiteY2" fmla="*/ 257442 h 257442"/>
                <a:gd name="connsiteX3" fmla="*/ 0 w 1651313"/>
                <a:gd name="connsiteY3" fmla="*/ 0 h 257442"/>
                <a:gd name="connsiteX0" fmla="*/ 1651312 w 1651312"/>
                <a:gd name="connsiteY0" fmla="*/ 0 h 257442"/>
                <a:gd name="connsiteX1" fmla="*/ 1596591 w 1651312"/>
                <a:gd name="connsiteY1" fmla="*/ 257442 h 257442"/>
                <a:gd name="connsiteX2" fmla="*/ 0 w 1651312"/>
                <a:gd name="connsiteY2" fmla="*/ 257442 h 257442"/>
                <a:gd name="connsiteX3" fmla="*/ 0 w 1651312"/>
                <a:gd name="connsiteY3" fmla="*/ 0 h 257442"/>
                <a:gd name="connsiteX0" fmla="*/ 1819629 w 1819629"/>
                <a:gd name="connsiteY0" fmla="*/ 0 h 257442"/>
                <a:gd name="connsiteX1" fmla="*/ 1596591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819629 w 1819629"/>
                <a:gd name="connsiteY0" fmla="*/ 0 h 257442"/>
                <a:gd name="connsiteX1" fmla="*/ 1764908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819629 w 1819629"/>
                <a:gd name="connsiteY0" fmla="*/ 0 h 257442"/>
                <a:gd name="connsiteX1" fmla="*/ 1764908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819629 w 1819629"/>
                <a:gd name="connsiteY0" fmla="*/ 0 h 257442"/>
                <a:gd name="connsiteX1" fmla="*/ 1764908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971914 w 1971914"/>
                <a:gd name="connsiteY0" fmla="*/ 0 h 257442"/>
                <a:gd name="connsiteX1" fmla="*/ 1764908 w 1971914"/>
                <a:gd name="connsiteY1" fmla="*/ 257442 h 257442"/>
                <a:gd name="connsiteX2" fmla="*/ 0 w 1971914"/>
                <a:gd name="connsiteY2" fmla="*/ 257442 h 257442"/>
                <a:gd name="connsiteX3" fmla="*/ 0 w 1971914"/>
                <a:gd name="connsiteY3" fmla="*/ 0 h 257442"/>
                <a:gd name="connsiteX0" fmla="*/ 1971914 w 1971914"/>
                <a:gd name="connsiteY0" fmla="*/ 0 h 257442"/>
                <a:gd name="connsiteX1" fmla="*/ 1917192 w 1971914"/>
                <a:gd name="connsiteY1" fmla="*/ 257442 h 257442"/>
                <a:gd name="connsiteX2" fmla="*/ 0 w 1971914"/>
                <a:gd name="connsiteY2" fmla="*/ 257442 h 257442"/>
                <a:gd name="connsiteX3" fmla="*/ 0 w 1971914"/>
                <a:gd name="connsiteY3" fmla="*/ 0 h 257442"/>
                <a:gd name="connsiteX0" fmla="*/ 1971915 w 1971915"/>
                <a:gd name="connsiteY0" fmla="*/ 0 h 257442"/>
                <a:gd name="connsiteX1" fmla="*/ 1917193 w 1971915"/>
                <a:gd name="connsiteY1" fmla="*/ 257442 h 257442"/>
                <a:gd name="connsiteX2" fmla="*/ 0 w 1971915"/>
                <a:gd name="connsiteY2" fmla="*/ 257442 h 257442"/>
                <a:gd name="connsiteX3" fmla="*/ 1 w 1971915"/>
                <a:gd name="connsiteY3" fmla="*/ 0 h 257442"/>
                <a:gd name="connsiteX0" fmla="*/ 1971915 w 1971915"/>
                <a:gd name="connsiteY0" fmla="*/ 0 h 257442"/>
                <a:gd name="connsiteX1" fmla="*/ 1917193 w 1971915"/>
                <a:gd name="connsiteY1" fmla="*/ 257442 h 257442"/>
                <a:gd name="connsiteX2" fmla="*/ 0 w 1971915"/>
                <a:gd name="connsiteY2" fmla="*/ 257442 h 257442"/>
                <a:gd name="connsiteX3" fmla="*/ 1 w 1971915"/>
                <a:gd name="connsiteY3" fmla="*/ 0 h 257442"/>
                <a:gd name="connsiteX0" fmla="*/ 2140229 w 2140229"/>
                <a:gd name="connsiteY0" fmla="*/ 0 h 257442"/>
                <a:gd name="connsiteX1" fmla="*/ 1917193 w 2140229"/>
                <a:gd name="connsiteY1" fmla="*/ 257442 h 257442"/>
                <a:gd name="connsiteX2" fmla="*/ 0 w 2140229"/>
                <a:gd name="connsiteY2" fmla="*/ 257442 h 257442"/>
                <a:gd name="connsiteX3" fmla="*/ 1 w 2140229"/>
                <a:gd name="connsiteY3" fmla="*/ 0 h 257442"/>
                <a:gd name="connsiteX0" fmla="*/ 2140229 w 2140229"/>
                <a:gd name="connsiteY0" fmla="*/ 0 h 257442"/>
                <a:gd name="connsiteX1" fmla="*/ 2085508 w 2140229"/>
                <a:gd name="connsiteY1" fmla="*/ 257442 h 257442"/>
                <a:gd name="connsiteX2" fmla="*/ 0 w 2140229"/>
                <a:gd name="connsiteY2" fmla="*/ 257442 h 257442"/>
                <a:gd name="connsiteX3" fmla="*/ 1 w 2140229"/>
                <a:gd name="connsiteY3" fmla="*/ 0 h 257442"/>
                <a:gd name="connsiteX0" fmla="*/ 2140229 w 2140229"/>
                <a:gd name="connsiteY0" fmla="*/ 0 h 257442"/>
                <a:gd name="connsiteX1" fmla="*/ 2085508 w 2140229"/>
                <a:gd name="connsiteY1" fmla="*/ 257442 h 257442"/>
                <a:gd name="connsiteX2" fmla="*/ 0 w 2140229"/>
                <a:gd name="connsiteY2" fmla="*/ 257442 h 257442"/>
                <a:gd name="connsiteX3" fmla="*/ 1 w 2140229"/>
                <a:gd name="connsiteY3" fmla="*/ 0 h 257442"/>
                <a:gd name="connsiteX0" fmla="*/ 2140229 w 2140229"/>
                <a:gd name="connsiteY0" fmla="*/ 0 h 257442"/>
                <a:gd name="connsiteX1" fmla="*/ 2085508 w 2140229"/>
                <a:gd name="connsiteY1" fmla="*/ 257442 h 257442"/>
                <a:gd name="connsiteX2" fmla="*/ 0 w 2140229"/>
                <a:gd name="connsiteY2" fmla="*/ 257442 h 257442"/>
                <a:gd name="connsiteX3" fmla="*/ 0 w 2140229"/>
                <a:gd name="connsiteY3" fmla="*/ 0 h 257442"/>
                <a:gd name="connsiteX0" fmla="*/ 2318162 w 2318162"/>
                <a:gd name="connsiteY0" fmla="*/ 0 h 257442"/>
                <a:gd name="connsiteX1" fmla="*/ 2085508 w 2318162"/>
                <a:gd name="connsiteY1" fmla="*/ 257442 h 257442"/>
                <a:gd name="connsiteX2" fmla="*/ 0 w 2318162"/>
                <a:gd name="connsiteY2" fmla="*/ 257442 h 257442"/>
                <a:gd name="connsiteX3" fmla="*/ 0 w 2318162"/>
                <a:gd name="connsiteY3" fmla="*/ 0 h 257442"/>
                <a:gd name="connsiteX0" fmla="*/ 2318162 w 2318162"/>
                <a:gd name="connsiteY0" fmla="*/ 0 h 257442"/>
                <a:gd name="connsiteX1" fmla="*/ 2263440 w 2318162"/>
                <a:gd name="connsiteY1" fmla="*/ 257442 h 257442"/>
                <a:gd name="connsiteX2" fmla="*/ 0 w 2318162"/>
                <a:gd name="connsiteY2" fmla="*/ 257442 h 257442"/>
                <a:gd name="connsiteX3" fmla="*/ 0 w 2318162"/>
                <a:gd name="connsiteY3" fmla="*/ 0 h 257442"/>
                <a:gd name="connsiteX0" fmla="*/ 2318163 w 2318163"/>
                <a:gd name="connsiteY0" fmla="*/ 0 h 257442"/>
                <a:gd name="connsiteX1" fmla="*/ 2263441 w 2318163"/>
                <a:gd name="connsiteY1" fmla="*/ 257442 h 257442"/>
                <a:gd name="connsiteX2" fmla="*/ 0 w 2318163"/>
                <a:gd name="connsiteY2" fmla="*/ 257442 h 257442"/>
                <a:gd name="connsiteX3" fmla="*/ 1 w 2318163"/>
                <a:gd name="connsiteY3" fmla="*/ 0 h 257442"/>
                <a:gd name="connsiteX0" fmla="*/ 2318163 w 2318163"/>
                <a:gd name="connsiteY0" fmla="*/ 0 h 257442"/>
                <a:gd name="connsiteX1" fmla="*/ 2263441 w 2318163"/>
                <a:gd name="connsiteY1" fmla="*/ 257442 h 257442"/>
                <a:gd name="connsiteX2" fmla="*/ 0 w 2318163"/>
                <a:gd name="connsiteY2" fmla="*/ 257442 h 257442"/>
                <a:gd name="connsiteX3" fmla="*/ 1 w 2318163"/>
                <a:gd name="connsiteY3" fmla="*/ 0 h 257442"/>
                <a:gd name="connsiteX0" fmla="*/ 2486478 w 2486478"/>
                <a:gd name="connsiteY0" fmla="*/ 0 h 257442"/>
                <a:gd name="connsiteX1" fmla="*/ 2263441 w 2486478"/>
                <a:gd name="connsiteY1" fmla="*/ 257442 h 257442"/>
                <a:gd name="connsiteX2" fmla="*/ 0 w 2486478"/>
                <a:gd name="connsiteY2" fmla="*/ 257442 h 257442"/>
                <a:gd name="connsiteX3" fmla="*/ 1 w 2486478"/>
                <a:gd name="connsiteY3" fmla="*/ 0 h 257442"/>
                <a:gd name="connsiteX0" fmla="*/ 2486478 w 2486478"/>
                <a:gd name="connsiteY0" fmla="*/ 0 h 257442"/>
                <a:gd name="connsiteX1" fmla="*/ 2431756 w 2486478"/>
                <a:gd name="connsiteY1" fmla="*/ 257442 h 257442"/>
                <a:gd name="connsiteX2" fmla="*/ 0 w 2486478"/>
                <a:gd name="connsiteY2" fmla="*/ 257442 h 257442"/>
                <a:gd name="connsiteX3" fmla="*/ 1 w 2486478"/>
                <a:gd name="connsiteY3" fmla="*/ 0 h 257442"/>
                <a:gd name="connsiteX0" fmla="*/ 2486479 w 2486479"/>
                <a:gd name="connsiteY0" fmla="*/ 0 h 257442"/>
                <a:gd name="connsiteX1" fmla="*/ 2431757 w 2486479"/>
                <a:gd name="connsiteY1" fmla="*/ 257442 h 257442"/>
                <a:gd name="connsiteX2" fmla="*/ 0 w 2486479"/>
                <a:gd name="connsiteY2" fmla="*/ 257442 h 257442"/>
                <a:gd name="connsiteX3" fmla="*/ 2 w 2486479"/>
                <a:gd name="connsiteY3" fmla="*/ 0 h 257442"/>
                <a:gd name="connsiteX0" fmla="*/ 2486479 w 2486479"/>
                <a:gd name="connsiteY0" fmla="*/ 0 h 257442"/>
                <a:gd name="connsiteX1" fmla="*/ 2431757 w 2486479"/>
                <a:gd name="connsiteY1" fmla="*/ 257442 h 257442"/>
                <a:gd name="connsiteX2" fmla="*/ 0 w 2486479"/>
                <a:gd name="connsiteY2" fmla="*/ 257442 h 257442"/>
                <a:gd name="connsiteX3" fmla="*/ 1 w 2486479"/>
                <a:gd name="connsiteY3" fmla="*/ 0 h 257442"/>
                <a:gd name="connsiteX0" fmla="*/ 2654793 w 2654793"/>
                <a:gd name="connsiteY0" fmla="*/ 0 h 257442"/>
                <a:gd name="connsiteX1" fmla="*/ 2431757 w 2654793"/>
                <a:gd name="connsiteY1" fmla="*/ 257442 h 257442"/>
                <a:gd name="connsiteX2" fmla="*/ 0 w 2654793"/>
                <a:gd name="connsiteY2" fmla="*/ 257442 h 257442"/>
                <a:gd name="connsiteX3" fmla="*/ 1 w 2654793"/>
                <a:gd name="connsiteY3" fmla="*/ 0 h 257442"/>
                <a:gd name="connsiteX0" fmla="*/ 2654793 w 2654793"/>
                <a:gd name="connsiteY0" fmla="*/ 0 h 257442"/>
                <a:gd name="connsiteX1" fmla="*/ 2600072 w 2654793"/>
                <a:gd name="connsiteY1" fmla="*/ 257442 h 257442"/>
                <a:gd name="connsiteX2" fmla="*/ 0 w 2654793"/>
                <a:gd name="connsiteY2" fmla="*/ 257442 h 257442"/>
                <a:gd name="connsiteX3" fmla="*/ 1 w 2654793"/>
                <a:gd name="connsiteY3" fmla="*/ 0 h 257442"/>
                <a:gd name="connsiteX0" fmla="*/ 2654793 w 2654793"/>
                <a:gd name="connsiteY0" fmla="*/ 0 h 257442"/>
                <a:gd name="connsiteX1" fmla="*/ 2600072 w 2654793"/>
                <a:gd name="connsiteY1" fmla="*/ 257442 h 257442"/>
                <a:gd name="connsiteX2" fmla="*/ 0 w 2654793"/>
                <a:gd name="connsiteY2" fmla="*/ 257442 h 257442"/>
                <a:gd name="connsiteX3" fmla="*/ 1 w 2654793"/>
                <a:gd name="connsiteY3" fmla="*/ 0 h 257442"/>
                <a:gd name="connsiteX0" fmla="*/ 2654793 w 2654793"/>
                <a:gd name="connsiteY0" fmla="*/ 0 h 257442"/>
                <a:gd name="connsiteX1" fmla="*/ 2600072 w 2654793"/>
                <a:gd name="connsiteY1" fmla="*/ 257442 h 257442"/>
                <a:gd name="connsiteX2" fmla="*/ 0 w 2654793"/>
                <a:gd name="connsiteY2" fmla="*/ 257442 h 257442"/>
                <a:gd name="connsiteX3" fmla="*/ 0 w 2654793"/>
                <a:gd name="connsiteY3" fmla="*/ 0 h 257442"/>
                <a:gd name="connsiteX0" fmla="*/ 2823109 w 2823109"/>
                <a:gd name="connsiteY0" fmla="*/ 0 h 257442"/>
                <a:gd name="connsiteX1" fmla="*/ 2600072 w 2823109"/>
                <a:gd name="connsiteY1" fmla="*/ 257442 h 257442"/>
                <a:gd name="connsiteX2" fmla="*/ 0 w 2823109"/>
                <a:gd name="connsiteY2" fmla="*/ 257442 h 257442"/>
                <a:gd name="connsiteX3" fmla="*/ 0 w 2823109"/>
                <a:gd name="connsiteY3" fmla="*/ 0 h 257442"/>
                <a:gd name="connsiteX0" fmla="*/ 2823109 w 2823109"/>
                <a:gd name="connsiteY0" fmla="*/ 0 h 257442"/>
                <a:gd name="connsiteX1" fmla="*/ 2768388 w 2823109"/>
                <a:gd name="connsiteY1" fmla="*/ 257442 h 257442"/>
                <a:gd name="connsiteX2" fmla="*/ 0 w 2823109"/>
                <a:gd name="connsiteY2" fmla="*/ 257442 h 257442"/>
                <a:gd name="connsiteX3" fmla="*/ 0 w 2823109"/>
                <a:gd name="connsiteY3" fmla="*/ 0 h 257442"/>
                <a:gd name="connsiteX0" fmla="*/ 2823109 w 2823109"/>
                <a:gd name="connsiteY0" fmla="*/ 0 h 257442"/>
                <a:gd name="connsiteX1" fmla="*/ 2768388 w 2823109"/>
                <a:gd name="connsiteY1" fmla="*/ 257442 h 257442"/>
                <a:gd name="connsiteX2" fmla="*/ 0 w 2823109"/>
                <a:gd name="connsiteY2" fmla="*/ 257442 h 257442"/>
                <a:gd name="connsiteX3" fmla="*/ 0 w 2823109"/>
                <a:gd name="connsiteY3" fmla="*/ 0 h 257442"/>
                <a:gd name="connsiteX0" fmla="*/ 2823109 w 2823109"/>
                <a:gd name="connsiteY0" fmla="*/ 0 h 257442"/>
                <a:gd name="connsiteX1" fmla="*/ 2768388 w 2823109"/>
                <a:gd name="connsiteY1" fmla="*/ 257442 h 257442"/>
                <a:gd name="connsiteX2" fmla="*/ 0 w 2823109"/>
                <a:gd name="connsiteY2" fmla="*/ 257442 h 257442"/>
                <a:gd name="connsiteX3" fmla="*/ 0 w 2823109"/>
                <a:gd name="connsiteY3" fmla="*/ 0 h 257442"/>
                <a:gd name="connsiteX0" fmla="*/ 2975393 w 2975393"/>
                <a:gd name="connsiteY0" fmla="*/ 0 h 257442"/>
                <a:gd name="connsiteX1" fmla="*/ 2768388 w 2975393"/>
                <a:gd name="connsiteY1" fmla="*/ 257442 h 257442"/>
                <a:gd name="connsiteX2" fmla="*/ 0 w 2975393"/>
                <a:gd name="connsiteY2" fmla="*/ 257442 h 257442"/>
                <a:gd name="connsiteX3" fmla="*/ 0 w 2975393"/>
                <a:gd name="connsiteY3" fmla="*/ 0 h 257442"/>
                <a:gd name="connsiteX0" fmla="*/ 2975393 w 2975393"/>
                <a:gd name="connsiteY0" fmla="*/ 0 h 257442"/>
                <a:gd name="connsiteX1" fmla="*/ 2920672 w 2975393"/>
                <a:gd name="connsiteY1" fmla="*/ 257442 h 257442"/>
                <a:gd name="connsiteX2" fmla="*/ 0 w 2975393"/>
                <a:gd name="connsiteY2" fmla="*/ 257442 h 257442"/>
                <a:gd name="connsiteX3" fmla="*/ 0 w 2975393"/>
                <a:gd name="connsiteY3" fmla="*/ 0 h 257442"/>
                <a:gd name="connsiteX0" fmla="*/ 2975393 w 2975393"/>
                <a:gd name="connsiteY0" fmla="*/ 0 h 257442"/>
                <a:gd name="connsiteX1" fmla="*/ 2920672 w 2975393"/>
                <a:gd name="connsiteY1" fmla="*/ 257442 h 257442"/>
                <a:gd name="connsiteX2" fmla="*/ 0 w 2975393"/>
                <a:gd name="connsiteY2" fmla="*/ 257442 h 257442"/>
                <a:gd name="connsiteX3" fmla="*/ 0 w 2975393"/>
                <a:gd name="connsiteY3" fmla="*/ 0 h 257442"/>
                <a:gd name="connsiteX0" fmla="*/ 2975393 w 2975393"/>
                <a:gd name="connsiteY0" fmla="*/ 0 h 257442"/>
                <a:gd name="connsiteX1" fmla="*/ 2920672 w 2975393"/>
                <a:gd name="connsiteY1" fmla="*/ 257442 h 257442"/>
                <a:gd name="connsiteX2" fmla="*/ 0 w 2975393"/>
                <a:gd name="connsiteY2" fmla="*/ 257442 h 257442"/>
                <a:gd name="connsiteX3" fmla="*/ 0 w 2975393"/>
                <a:gd name="connsiteY3" fmla="*/ 0 h 257442"/>
                <a:gd name="connsiteX0" fmla="*/ 3076383 w 3076383"/>
                <a:gd name="connsiteY0" fmla="*/ 0 h 257442"/>
                <a:gd name="connsiteX1" fmla="*/ 2920672 w 3076383"/>
                <a:gd name="connsiteY1" fmla="*/ 257442 h 257442"/>
                <a:gd name="connsiteX2" fmla="*/ 0 w 3076383"/>
                <a:gd name="connsiteY2" fmla="*/ 257442 h 257442"/>
                <a:gd name="connsiteX3" fmla="*/ 0 w 3076383"/>
                <a:gd name="connsiteY3" fmla="*/ 0 h 257442"/>
                <a:gd name="connsiteX0" fmla="*/ 3076383 w 3076383"/>
                <a:gd name="connsiteY0" fmla="*/ 0 h 257442"/>
                <a:gd name="connsiteX1" fmla="*/ 3021662 w 3076383"/>
                <a:gd name="connsiteY1" fmla="*/ 257442 h 257442"/>
                <a:gd name="connsiteX2" fmla="*/ 0 w 3076383"/>
                <a:gd name="connsiteY2" fmla="*/ 257442 h 257442"/>
                <a:gd name="connsiteX3" fmla="*/ 0 w 3076383"/>
                <a:gd name="connsiteY3" fmla="*/ 0 h 257442"/>
                <a:gd name="connsiteX0" fmla="*/ 3076383 w 3076383"/>
                <a:gd name="connsiteY0" fmla="*/ 0 h 257442"/>
                <a:gd name="connsiteX1" fmla="*/ 3021662 w 3076383"/>
                <a:gd name="connsiteY1" fmla="*/ 257442 h 257442"/>
                <a:gd name="connsiteX2" fmla="*/ 0 w 3076383"/>
                <a:gd name="connsiteY2" fmla="*/ 257442 h 257442"/>
                <a:gd name="connsiteX3" fmla="*/ 0 w 3076383"/>
                <a:gd name="connsiteY3" fmla="*/ 0 h 257442"/>
                <a:gd name="connsiteX0" fmla="*/ 3076383 w 3076383"/>
                <a:gd name="connsiteY0" fmla="*/ 0 h 257442"/>
                <a:gd name="connsiteX1" fmla="*/ 3021662 w 3076383"/>
                <a:gd name="connsiteY1" fmla="*/ 257442 h 257442"/>
                <a:gd name="connsiteX2" fmla="*/ 0 w 3076383"/>
                <a:gd name="connsiteY2" fmla="*/ 257442 h 257442"/>
                <a:gd name="connsiteX3" fmla="*/ 0 w 3076383"/>
                <a:gd name="connsiteY3" fmla="*/ 0 h 257442"/>
                <a:gd name="connsiteX0" fmla="*/ 3254316 w 3254316"/>
                <a:gd name="connsiteY0" fmla="*/ 0 h 257442"/>
                <a:gd name="connsiteX1" fmla="*/ 3021662 w 3254316"/>
                <a:gd name="connsiteY1" fmla="*/ 257442 h 257442"/>
                <a:gd name="connsiteX2" fmla="*/ 0 w 3254316"/>
                <a:gd name="connsiteY2" fmla="*/ 257442 h 257442"/>
                <a:gd name="connsiteX3" fmla="*/ 0 w 3254316"/>
                <a:gd name="connsiteY3" fmla="*/ 0 h 257442"/>
                <a:gd name="connsiteX0" fmla="*/ 3254316 w 3254316"/>
                <a:gd name="connsiteY0" fmla="*/ 0 h 257442"/>
                <a:gd name="connsiteX1" fmla="*/ 3199594 w 3254316"/>
                <a:gd name="connsiteY1" fmla="*/ 257442 h 257442"/>
                <a:gd name="connsiteX2" fmla="*/ 0 w 3254316"/>
                <a:gd name="connsiteY2" fmla="*/ 257442 h 257442"/>
                <a:gd name="connsiteX3" fmla="*/ 0 w 3254316"/>
                <a:gd name="connsiteY3" fmla="*/ 0 h 257442"/>
                <a:gd name="connsiteX0" fmla="*/ 3254317 w 3254317"/>
                <a:gd name="connsiteY0" fmla="*/ 0 h 257442"/>
                <a:gd name="connsiteX1" fmla="*/ 3199595 w 3254317"/>
                <a:gd name="connsiteY1" fmla="*/ 257442 h 257442"/>
                <a:gd name="connsiteX2" fmla="*/ 0 w 3254317"/>
                <a:gd name="connsiteY2" fmla="*/ 257442 h 257442"/>
                <a:gd name="connsiteX3" fmla="*/ 1 w 3254317"/>
                <a:gd name="connsiteY3" fmla="*/ 0 h 257442"/>
                <a:gd name="connsiteX0" fmla="*/ 3254317 w 3254317"/>
                <a:gd name="connsiteY0" fmla="*/ 0 h 257442"/>
                <a:gd name="connsiteX1" fmla="*/ 3199595 w 3254317"/>
                <a:gd name="connsiteY1" fmla="*/ 257442 h 257442"/>
                <a:gd name="connsiteX2" fmla="*/ 0 w 3254317"/>
                <a:gd name="connsiteY2" fmla="*/ 257442 h 257442"/>
                <a:gd name="connsiteX3" fmla="*/ 1 w 3254317"/>
                <a:gd name="connsiteY3" fmla="*/ 0 h 257442"/>
                <a:gd name="connsiteX0" fmla="*/ 3422632 w 3422632"/>
                <a:gd name="connsiteY0" fmla="*/ 0 h 257442"/>
                <a:gd name="connsiteX1" fmla="*/ 3199595 w 3422632"/>
                <a:gd name="connsiteY1" fmla="*/ 257442 h 257442"/>
                <a:gd name="connsiteX2" fmla="*/ 0 w 3422632"/>
                <a:gd name="connsiteY2" fmla="*/ 257442 h 257442"/>
                <a:gd name="connsiteX3" fmla="*/ 1 w 3422632"/>
                <a:gd name="connsiteY3" fmla="*/ 0 h 257442"/>
                <a:gd name="connsiteX0" fmla="*/ 3422632 w 3422632"/>
                <a:gd name="connsiteY0" fmla="*/ 0 h 257442"/>
                <a:gd name="connsiteX1" fmla="*/ 3367910 w 3422632"/>
                <a:gd name="connsiteY1" fmla="*/ 257442 h 257442"/>
                <a:gd name="connsiteX2" fmla="*/ 0 w 3422632"/>
                <a:gd name="connsiteY2" fmla="*/ 257442 h 257442"/>
                <a:gd name="connsiteX3" fmla="*/ 1 w 3422632"/>
                <a:gd name="connsiteY3" fmla="*/ 0 h 257442"/>
                <a:gd name="connsiteX0" fmla="*/ 3422633 w 3422633"/>
                <a:gd name="connsiteY0" fmla="*/ 0 h 257442"/>
                <a:gd name="connsiteX1" fmla="*/ 3367911 w 3422633"/>
                <a:gd name="connsiteY1" fmla="*/ 257442 h 257442"/>
                <a:gd name="connsiteX2" fmla="*/ 0 w 3422633"/>
                <a:gd name="connsiteY2" fmla="*/ 257442 h 257442"/>
                <a:gd name="connsiteX3" fmla="*/ 2 w 3422633"/>
                <a:gd name="connsiteY3" fmla="*/ 0 h 257442"/>
                <a:gd name="connsiteX0" fmla="*/ 3422633 w 3422633"/>
                <a:gd name="connsiteY0" fmla="*/ 0 h 257442"/>
                <a:gd name="connsiteX1" fmla="*/ 3367911 w 3422633"/>
                <a:gd name="connsiteY1" fmla="*/ 257442 h 257442"/>
                <a:gd name="connsiteX2" fmla="*/ 0 w 3422633"/>
                <a:gd name="connsiteY2" fmla="*/ 257442 h 257442"/>
                <a:gd name="connsiteX3" fmla="*/ 1 w 3422633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22633" h="257442">
                  <a:moveTo>
                    <a:pt x="3422633" y="0"/>
                  </a:moveTo>
                  <a:lnTo>
                    <a:pt x="3367911" y="257442"/>
                  </a:lnTo>
                  <a:lnTo>
                    <a:pt x="0" y="2574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45" name="btfpRunningAgenda2LevelTextLeft483051"/>
            <p:cNvSpPr txBox="1"/>
            <p:nvPr/>
          </p:nvSpPr>
          <p:spPr bwMode="gray">
            <a:xfrm>
              <a:off x="0" y="944429"/>
              <a:ext cx="3367911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FFFFFF"/>
                  </a:solidFill>
                </a:rPr>
                <a:t>Team Introduction</a:t>
              </a:r>
            </a:p>
          </p:txBody>
        </p:sp>
      </p:grpSp>
      <p:sp>
        <p:nvSpPr>
          <p:cNvPr id="74" name="CommentBox">
            <a:extLst>
              <a:ext uri="{FF2B5EF4-FFF2-40B4-BE49-F238E27FC236}">
                <a16:creationId xmlns:a16="http://schemas.microsoft.com/office/drawing/2014/main" id="{DEE3B4DF-89BE-CE43-8D69-1986D65519A9}"/>
              </a:ext>
            </a:extLst>
          </p:cNvPr>
          <p:cNvSpPr/>
          <p:nvPr/>
        </p:nvSpPr>
        <p:spPr bwMode="gray">
          <a:xfrm>
            <a:off x="9969500" y="0"/>
            <a:ext cx="2222500" cy="1016000"/>
          </a:xfrm>
          <a:prstGeom prst="wedgeRoundRectCallout">
            <a:avLst/>
          </a:prstGeom>
          <a:solidFill>
            <a:srgbClr val="006393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AU" sz="1200" b="1" dirty="0" err="1">
                <a:solidFill>
                  <a:srgbClr val="FFFFFF"/>
                </a:solidFill>
                <a:latin typeface="Arial" panose="020B0604020202020204" pitchFamily="34" charset="0"/>
              </a:rPr>
              <a:t>MichelleF</a:t>
            </a:r>
            <a:r>
              <a:rPr lang="en-AU" sz="1200" b="1" dirty="0">
                <a:solidFill>
                  <a:srgbClr val="FFFFFF"/>
                </a:solidFill>
                <a:latin typeface="Arial" panose="020B0604020202020204" pitchFamily="34" charset="0"/>
              </a:rPr>
              <a:t>: OPTION 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5777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btfpColumnIndicatorGroup2">
            <a:extLst>
              <a:ext uri="{FF2B5EF4-FFF2-40B4-BE49-F238E27FC236}">
                <a16:creationId xmlns:a16="http://schemas.microsoft.com/office/drawing/2014/main" id="{8F52D5D7-6EB3-4111-912C-B8698DA5F373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5" name="btfpColumnGapBlocker677989">
              <a:extLst>
                <a:ext uri="{FF2B5EF4-FFF2-40B4-BE49-F238E27FC236}">
                  <a16:creationId xmlns:a16="http://schemas.microsoft.com/office/drawing/2014/main" id="{2DBC2495-DC9D-4F94-BE17-799BFE4A05B4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btfpColumnGapBlocker538333">
              <a:extLst>
                <a:ext uri="{FF2B5EF4-FFF2-40B4-BE49-F238E27FC236}">
                  <a16:creationId xmlns:a16="http://schemas.microsoft.com/office/drawing/2014/main" id="{B7A19394-3FD1-4BED-972A-C56D72F683B1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21" name="btfpColumnIndicator380926">
              <a:extLst>
                <a:ext uri="{FF2B5EF4-FFF2-40B4-BE49-F238E27FC236}">
                  <a16:creationId xmlns:a16="http://schemas.microsoft.com/office/drawing/2014/main" id="{02E7D9FA-C100-4F73-8292-211CF4C74174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btfpColumnIndicator561773">
              <a:extLst>
                <a:ext uri="{FF2B5EF4-FFF2-40B4-BE49-F238E27FC236}">
                  <a16:creationId xmlns:a16="http://schemas.microsoft.com/office/drawing/2014/main" id="{3422AC6B-F5D9-4F1E-A6AB-4B083A7DA98F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btfpColumnIndicatorGroup1">
            <a:extLst>
              <a:ext uri="{FF2B5EF4-FFF2-40B4-BE49-F238E27FC236}">
                <a16:creationId xmlns:a16="http://schemas.microsoft.com/office/drawing/2014/main" id="{5D93F68D-FE60-44BC-B09B-2A68C9F66B2A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4" name="btfpColumnGapBlocker861248">
              <a:extLst>
                <a:ext uri="{FF2B5EF4-FFF2-40B4-BE49-F238E27FC236}">
                  <a16:creationId xmlns:a16="http://schemas.microsoft.com/office/drawing/2014/main" id="{C9BF8A96-8CFE-400A-95DE-51E2EB67D037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btfpColumnGapBlocker148095">
              <a:extLst>
                <a:ext uri="{FF2B5EF4-FFF2-40B4-BE49-F238E27FC236}">
                  <a16:creationId xmlns:a16="http://schemas.microsoft.com/office/drawing/2014/main" id="{06C4E757-ACF5-4F92-BC2A-D3F05908A5E2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20" name="btfpColumnIndicator686745">
              <a:extLst>
                <a:ext uri="{FF2B5EF4-FFF2-40B4-BE49-F238E27FC236}">
                  <a16:creationId xmlns:a16="http://schemas.microsoft.com/office/drawing/2014/main" id="{D3789304-E170-473D-A908-55627E8BDF55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btfpColumnIndicator341402">
              <a:extLst>
                <a:ext uri="{FF2B5EF4-FFF2-40B4-BE49-F238E27FC236}">
                  <a16:creationId xmlns:a16="http://schemas.microsoft.com/office/drawing/2014/main" id="{EC622799-561F-40C4-BFF4-929117385A1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23A8478-51BA-41ED-9FB8-35AE7BBD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Start-up discussion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9867915-5300-49D9-8E97-3E9E8E954941}"/>
              </a:ext>
            </a:extLst>
          </p:cNvPr>
          <p:cNvGrpSpPr/>
          <p:nvPr/>
        </p:nvGrpSpPr>
        <p:grpSpPr>
          <a:xfrm>
            <a:off x="330200" y="1258332"/>
            <a:ext cx="11531601" cy="693923"/>
            <a:chOff x="330200" y="1258332"/>
            <a:chExt cx="11531601" cy="693923"/>
          </a:xfrm>
        </p:grpSpPr>
        <p:grpSp>
          <p:nvGrpSpPr>
            <p:cNvPr id="5" name="btfpRowHeaderBox163525">
              <a:extLst>
                <a:ext uri="{FF2B5EF4-FFF2-40B4-BE49-F238E27FC236}">
                  <a16:creationId xmlns:a16="http://schemas.microsoft.com/office/drawing/2014/main" id="{966FDE64-3AAE-4FA2-AAE2-0E2F7FD66F57}"/>
                </a:ext>
              </a:extLst>
            </p:cNvPr>
            <p:cNvGrpSpPr/>
            <p:nvPr>
              <p:custDataLst>
                <p:tags r:id="rId15"/>
              </p:custDataLst>
            </p:nvPr>
          </p:nvGrpSpPr>
          <p:grpSpPr>
            <a:xfrm>
              <a:off x="330200" y="1270001"/>
              <a:ext cx="1873885" cy="657479"/>
              <a:chOff x="330200" y="1270000"/>
              <a:chExt cx="1873885" cy="972979"/>
            </a:xfrm>
          </p:grpSpPr>
          <p:sp>
            <p:nvSpPr>
              <p:cNvPr id="3" name="btfpRowHeaderBoxText163525">
                <a:extLst>
                  <a:ext uri="{FF2B5EF4-FFF2-40B4-BE49-F238E27FC236}">
                    <a16:creationId xmlns:a16="http://schemas.microsoft.com/office/drawing/2014/main" id="{6DA4A82C-1E4D-4A05-812A-36A6A3AB3B9B}"/>
                  </a:ext>
                </a:extLst>
              </p:cNvPr>
              <p:cNvSpPr txBox="1"/>
              <p:nvPr/>
            </p:nvSpPr>
            <p:spPr bwMode="gray">
              <a:xfrm>
                <a:off x="330200" y="1270000"/>
                <a:ext cx="1873885" cy="972979"/>
              </a:xfrm>
              <a:prstGeom prst="rect">
                <a:avLst/>
              </a:prstGeom>
              <a:noFill/>
            </p:spPr>
            <p:txBody>
              <a:bodyPr vert="horz" wrap="square" lIns="36036" tIns="36036" rIns="180181" bIns="36036" rtlCol="0" anchor="t">
                <a:noAutofit/>
              </a:bodyPr>
              <a:lstStyle/>
              <a:p>
                <a:pPr marL="0" marR="0" lvl="0" indent="0" algn="l" defTabSz="711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Energy</a:t>
                </a:r>
              </a:p>
            </p:txBody>
          </p:sp>
          <p:cxnSp>
            <p:nvCxnSpPr>
              <p:cNvPr id="4" name="btfpRowHeaderBoxLine163525">
                <a:extLst>
                  <a:ext uri="{FF2B5EF4-FFF2-40B4-BE49-F238E27FC236}">
                    <a16:creationId xmlns:a16="http://schemas.microsoft.com/office/drawing/2014/main" id="{E967EE58-96AB-494C-AAB4-B973A70108BF}"/>
                  </a:ext>
                </a:extLst>
              </p:cNvPr>
              <p:cNvCxnSpPr/>
              <p:nvPr/>
            </p:nvCxnSpPr>
            <p:spPr bwMode="gray">
              <a:xfrm>
                <a:off x="2204085" y="1270000"/>
                <a:ext cx="0" cy="972979"/>
              </a:xfrm>
              <a:prstGeom prst="line">
                <a:avLst/>
              </a:prstGeom>
              <a:ln w="152400" cap="flat">
                <a:solidFill>
                  <a:srgbClr val="000000"/>
                </a:solidFill>
                <a:miter lim="800000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btfpBulletedList272020">
              <a:extLst>
                <a:ext uri="{FF2B5EF4-FFF2-40B4-BE49-F238E27FC236}">
                  <a16:creationId xmlns:a16="http://schemas.microsoft.com/office/drawing/2014/main" id="{0D193861-6997-436A-A41B-D16D8A80226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 bwMode="gray">
            <a:xfrm>
              <a:off x="2743201" y="1270000"/>
              <a:ext cx="9118600" cy="65747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rtlCol="0">
              <a:sp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CA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What excites you about this case?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What do you expect to be the sources of energy for you?</a:t>
              </a:r>
            </a:p>
          </p:txBody>
        </p:sp>
        <p:grpSp>
          <p:nvGrpSpPr>
            <p:cNvPr id="31" name="btfpIcon943983">
              <a:extLst>
                <a:ext uri="{FF2B5EF4-FFF2-40B4-BE49-F238E27FC236}">
                  <a16:creationId xmlns:a16="http://schemas.microsoft.com/office/drawing/2014/main" id="{AE963AAD-58B8-4D5F-A148-6A5E2184F6E2}"/>
                </a:ext>
              </a:extLst>
            </p:cNvPr>
            <p:cNvGrpSpPr/>
            <p:nvPr>
              <p:custDataLst>
                <p:tags r:id="rId17"/>
              </p:custDataLst>
            </p:nvPr>
          </p:nvGrpSpPr>
          <p:grpSpPr>
            <a:xfrm>
              <a:off x="1343472" y="1258332"/>
              <a:ext cx="693923" cy="693923"/>
              <a:chOff x="330200" y="1270000"/>
              <a:chExt cx="998208" cy="900000"/>
            </a:xfrm>
          </p:grpSpPr>
          <p:sp>
            <p:nvSpPr>
              <p:cNvPr id="30" name="btfpIconCircle943983">
                <a:extLst>
                  <a:ext uri="{FF2B5EF4-FFF2-40B4-BE49-F238E27FC236}">
                    <a16:creationId xmlns:a16="http://schemas.microsoft.com/office/drawing/2014/main" id="{E32E9279-4721-4320-B365-0DBE9C049C6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30200" y="1270000"/>
                <a:ext cx="998208" cy="900000"/>
              </a:xfrm>
              <a:prstGeom prst="ellipse">
                <a:avLst/>
              </a:prstGeom>
              <a:noFill/>
              <a:ln w="9525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pic>
            <p:nvPicPr>
              <p:cNvPr id="29" name="btfpIconLines943983">
                <a:extLst>
                  <a:ext uri="{FF2B5EF4-FFF2-40B4-BE49-F238E27FC236}">
                    <a16:creationId xmlns:a16="http://schemas.microsoft.com/office/drawing/2014/main" id="{CF1C33A6-D2A8-407A-B6B0-E76FFBB8DC9A}"/>
                  </a:ext>
                </a:extLst>
              </p:cNvPr>
              <p:cNvPicPr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0200" y="1270000"/>
                <a:ext cx="998208" cy="900000"/>
              </a:xfrm>
              <a:prstGeom prst="rect">
                <a:avLst/>
              </a:prstGeom>
            </p:spPr>
          </p:pic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094DE53-BFB8-434F-8B1C-53B64CDA1085}"/>
              </a:ext>
            </a:extLst>
          </p:cNvPr>
          <p:cNvGrpSpPr/>
          <p:nvPr/>
        </p:nvGrpSpPr>
        <p:grpSpPr>
          <a:xfrm>
            <a:off x="330200" y="2131129"/>
            <a:ext cx="11531601" cy="1057588"/>
            <a:chOff x="330200" y="2117788"/>
            <a:chExt cx="11531601" cy="1057588"/>
          </a:xfrm>
        </p:grpSpPr>
        <p:grpSp>
          <p:nvGrpSpPr>
            <p:cNvPr id="32" name="btfpRowHeaderBox163525">
              <a:extLst>
                <a:ext uri="{FF2B5EF4-FFF2-40B4-BE49-F238E27FC236}">
                  <a16:creationId xmlns:a16="http://schemas.microsoft.com/office/drawing/2014/main" id="{B8CFE9CB-88A6-47A2-9DC0-D13108A46BE0}"/>
                </a:ext>
              </a:extLst>
            </p:cNvPr>
            <p:cNvGrpSpPr/>
            <p:nvPr>
              <p:custDataLst>
                <p:tags r:id="rId12"/>
              </p:custDataLst>
            </p:nvPr>
          </p:nvGrpSpPr>
          <p:grpSpPr>
            <a:xfrm>
              <a:off x="330200" y="2117788"/>
              <a:ext cx="1873885" cy="1057588"/>
              <a:chOff x="330200" y="1270000"/>
              <a:chExt cx="1873885" cy="972979"/>
            </a:xfrm>
          </p:grpSpPr>
          <p:sp>
            <p:nvSpPr>
              <p:cNvPr id="33" name="btfpRowHeaderBoxText163525">
                <a:extLst>
                  <a:ext uri="{FF2B5EF4-FFF2-40B4-BE49-F238E27FC236}">
                    <a16:creationId xmlns:a16="http://schemas.microsoft.com/office/drawing/2014/main" id="{4AAC388E-9EB3-4734-A856-EF33B8E582F8}"/>
                  </a:ext>
                </a:extLst>
              </p:cNvPr>
              <p:cNvSpPr txBox="1"/>
              <p:nvPr/>
            </p:nvSpPr>
            <p:spPr bwMode="gray">
              <a:xfrm>
                <a:off x="330200" y="1270000"/>
                <a:ext cx="1873885" cy="972979"/>
              </a:xfrm>
              <a:prstGeom prst="rect">
                <a:avLst/>
              </a:prstGeom>
              <a:noFill/>
            </p:spPr>
            <p:txBody>
              <a:bodyPr vert="horz" wrap="square" lIns="36036" tIns="36036" rIns="180181" bIns="36036" rtlCol="0" anchor="t">
                <a:noAutofit/>
              </a:bodyPr>
              <a:lstStyle/>
              <a:p>
                <a:pPr marL="0" marR="0" lvl="0" indent="0" algn="l" defTabSz="711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Ambition</a:t>
                </a:r>
              </a:p>
            </p:txBody>
          </p:sp>
          <p:cxnSp>
            <p:nvCxnSpPr>
              <p:cNvPr id="34" name="btfpRowHeaderBoxLine163525">
                <a:extLst>
                  <a:ext uri="{FF2B5EF4-FFF2-40B4-BE49-F238E27FC236}">
                    <a16:creationId xmlns:a16="http://schemas.microsoft.com/office/drawing/2014/main" id="{FFCAB605-0874-449C-A92D-39C640A785AA}"/>
                  </a:ext>
                </a:extLst>
              </p:cNvPr>
              <p:cNvCxnSpPr/>
              <p:nvPr/>
            </p:nvCxnSpPr>
            <p:spPr bwMode="gray">
              <a:xfrm>
                <a:off x="2204085" y="1270000"/>
                <a:ext cx="0" cy="972979"/>
              </a:xfrm>
              <a:prstGeom prst="line">
                <a:avLst/>
              </a:prstGeom>
              <a:ln w="152400" cap="flat">
                <a:solidFill>
                  <a:srgbClr val="000000"/>
                </a:solidFill>
                <a:miter lim="800000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btfpBulletedList272020">
              <a:extLst>
                <a:ext uri="{FF2B5EF4-FFF2-40B4-BE49-F238E27FC236}">
                  <a16:creationId xmlns:a16="http://schemas.microsoft.com/office/drawing/2014/main" id="{62D61F2E-390E-49ED-A864-136144372B6F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 bwMode="gray">
            <a:xfrm>
              <a:off x="2743201" y="2117788"/>
              <a:ext cx="9118600" cy="1057588"/>
            </a:xfrm>
            <a:prstGeom prst="rect">
              <a:avLst/>
            </a:prstGeom>
            <a:noFill/>
          </p:spPr>
          <p:txBody>
            <a:bodyPr vert="horz" wrap="square" lIns="36000" tIns="36000" rIns="36000" bIns="36000" rtlCol="0">
              <a:sp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What does success on this case look like to you? 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What story do you want to be able to tell when we are done?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What do you hope to get out of this case professionally?</a:t>
              </a:r>
              <a:endParaRPr kumimoji="0" lang="en-CA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2" name="btfpIcon208546">
              <a:extLst>
                <a:ext uri="{FF2B5EF4-FFF2-40B4-BE49-F238E27FC236}">
                  <a16:creationId xmlns:a16="http://schemas.microsoft.com/office/drawing/2014/main" id="{B283CC8E-06BF-424D-99DD-DCB4465E2F10}"/>
                </a:ext>
              </a:extLst>
            </p:cNvPr>
            <p:cNvGrpSpPr/>
            <p:nvPr>
              <p:custDataLst>
                <p:tags r:id="rId14"/>
              </p:custDataLst>
            </p:nvPr>
          </p:nvGrpSpPr>
          <p:grpSpPr>
            <a:xfrm>
              <a:off x="1343472" y="2130344"/>
              <a:ext cx="693923" cy="693923"/>
              <a:chOff x="330200" y="2336519"/>
              <a:chExt cx="900000" cy="899999"/>
            </a:xfrm>
          </p:grpSpPr>
          <p:sp>
            <p:nvSpPr>
              <p:cNvPr id="83" name="btfpIconCircle208546">
                <a:extLst>
                  <a:ext uri="{FF2B5EF4-FFF2-40B4-BE49-F238E27FC236}">
                    <a16:creationId xmlns:a16="http://schemas.microsoft.com/office/drawing/2014/main" id="{86AB924E-504D-4D88-8849-BEE01BC26D6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30200" y="2336519"/>
                <a:ext cx="900000" cy="899999"/>
              </a:xfrm>
              <a:prstGeom prst="ellipse">
                <a:avLst/>
              </a:prstGeom>
              <a:noFill/>
              <a:ln w="9525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pic>
            <p:nvPicPr>
              <p:cNvPr id="84" name="btfpIconLines208546">
                <a:extLst>
                  <a:ext uri="{FF2B5EF4-FFF2-40B4-BE49-F238E27FC236}">
                    <a16:creationId xmlns:a16="http://schemas.microsoft.com/office/drawing/2014/main" id="{4294DD73-5A56-4BA7-95C7-8633B80980BD}"/>
                  </a:ext>
                </a:extLst>
              </p:cNvPr>
              <p:cNvPicPr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0200" y="2336519"/>
                <a:ext cx="900000" cy="899999"/>
              </a:xfrm>
              <a:prstGeom prst="rect">
                <a:avLst/>
              </a:prstGeom>
            </p:spPr>
          </p:pic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9F4F2D5-BFCB-4F90-8238-2F959E8123BC}"/>
              </a:ext>
            </a:extLst>
          </p:cNvPr>
          <p:cNvGrpSpPr/>
          <p:nvPr/>
        </p:nvGrpSpPr>
        <p:grpSpPr>
          <a:xfrm>
            <a:off x="330200" y="3367591"/>
            <a:ext cx="11531601" cy="706479"/>
            <a:chOff x="330200" y="3329195"/>
            <a:chExt cx="11531601" cy="706479"/>
          </a:xfrm>
        </p:grpSpPr>
        <p:grpSp>
          <p:nvGrpSpPr>
            <p:cNvPr id="60" name="btfpRowHeaderBox163525">
              <a:extLst>
                <a:ext uri="{FF2B5EF4-FFF2-40B4-BE49-F238E27FC236}">
                  <a16:creationId xmlns:a16="http://schemas.microsoft.com/office/drawing/2014/main" id="{F6353839-A3D1-475E-BC7B-DDFC1AF59208}"/>
                </a:ext>
              </a:extLst>
            </p:cNvPr>
            <p:cNvGrpSpPr/>
            <p:nvPr>
              <p:custDataLst>
                <p:tags r:id="rId9"/>
              </p:custDataLst>
            </p:nvPr>
          </p:nvGrpSpPr>
          <p:grpSpPr>
            <a:xfrm>
              <a:off x="330200" y="3329196"/>
              <a:ext cx="1873885" cy="657479"/>
              <a:chOff x="330200" y="1270000"/>
              <a:chExt cx="1873885" cy="972979"/>
            </a:xfrm>
          </p:grpSpPr>
          <p:sp>
            <p:nvSpPr>
              <p:cNvPr id="61" name="btfpRowHeaderBoxText163525">
                <a:extLst>
                  <a:ext uri="{FF2B5EF4-FFF2-40B4-BE49-F238E27FC236}">
                    <a16:creationId xmlns:a16="http://schemas.microsoft.com/office/drawing/2014/main" id="{1E344587-1621-4C5E-99CB-B04A1A0B9FFB}"/>
                  </a:ext>
                </a:extLst>
              </p:cNvPr>
              <p:cNvSpPr txBox="1"/>
              <p:nvPr/>
            </p:nvSpPr>
            <p:spPr bwMode="gray">
              <a:xfrm>
                <a:off x="330200" y="1270000"/>
                <a:ext cx="1873885" cy="972979"/>
              </a:xfrm>
              <a:prstGeom prst="rect">
                <a:avLst/>
              </a:prstGeom>
              <a:noFill/>
            </p:spPr>
            <p:txBody>
              <a:bodyPr vert="horz" wrap="square" lIns="36036" tIns="36036" rIns="180181" bIns="36036" rtlCol="0" anchor="t">
                <a:noAutofit/>
              </a:bodyPr>
              <a:lstStyle/>
              <a:p>
                <a:pPr marL="0" marR="0" lvl="0" indent="0" algn="l" defTabSz="711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Focus</a:t>
                </a:r>
              </a:p>
            </p:txBody>
          </p:sp>
          <p:cxnSp>
            <p:nvCxnSpPr>
              <p:cNvPr id="62" name="btfpRowHeaderBoxLine163525">
                <a:extLst>
                  <a:ext uri="{FF2B5EF4-FFF2-40B4-BE49-F238E27FC236}">
                    <a16:creationId xmlns:a16="http://schemas.microsoft.com/office/drawing/2014/main" id="{BCF254D7-D85F-45B3-82AF-AF69F027994E}"/>
                  </a:ext>
                </a:extLst>
              </p:cNvPr>
              <p:cNvCxnSpPr/>
              <p:nvPr/>
            </p:nvCxnSpPr>
            <p:spPr bwMode="gray">
              <a:xfrm>
                <a:off x="2204085" y="1270000"/>
                <a:ext cx="0" cy="972979"/>
              </a:xfrm>
              <a:prstGeom prst="line">
                <a:avLst/>
              </a:prstGeom>
              <a:ln w="152400" cap="flat">
                <a:solidFill>
                  <a:srgbClr val="000000"/>
                </a:solidFill>
                <a:miter lim="800000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btfpBulletedList272020">
              <a:extLst>
                <a:ext uri="{FF2B5EF4-FFF2-40B4-BE49-F238E27FC236}">
                  <a16:creationId xmlns:a16="http://schemas.microsoft.com/office/drawing/2014/main" id="{BC1D1F6B-548B-4052-A69C-60F3D733EC9A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 bwMode="gray">
            <a:xfrm>
              <a:off x="2743201" y="3329195"/>
              <a:ext cx="9118600" cy="65747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rtlCol="0">
              <a:sp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CA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What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other priorities are you balancing (e.g., </a:t>
              </a:r>
              <a:r>
                <a:rPr lang="en-US" sz="1400" dirty="0">
                  <a:solidFill>
                    <a:srgbClr val="000000"/>
                  </a:solidFill>
                  <a:latin typeface="Arial"/>
                </a:rPr>
                <a:t>other projects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)?</a:t>
              </a:r>
              <a:endParaRPr kumimoji="0" lang="en-C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What is your time allocation to this case?</a:t>
              </a:r>
            </a:p>
          </p:txBody>
        </p:sp>
        <p:grpSp>
          <p:nvGrpSpPr>
            <p:cNvPr id="93" name="btfpIcon194279">
              <a:extLst>
                <a:ext uri="{FF2B5EF4-FFF2-40B4-BE49-F238E27FC236}">
                  <a16:creationId xmlns:a16="http://schemas.microsoft.com/office/drawing/2014/main" id="{16AE5461-3924-4BB3-9916-A8D7E156393B}"/>
                </a:ext>
              </a:extLst>
            </p:cNvPr>
            <p:cNvGrpSpPr/>
            <p:nvPr>
              <p:custDataLst>
                <p:tags r:id="rId11"/>
              </p:custDataLst>
            </p:nvPr>
          </p:nvGrpSpPr>
          <p:grpSpPr>
            <a:xfrm>
              <a:off x="1343472" y="3341751"/>
              <a:ext cx="693923" cy="693923"/>
              <a:chOff x="330200" y="3412870"/>
              <a:chExt cx="900000" cy="900000"/>
            </a:xfrm>
          </p:grpSpPr>
          <p:sp>
            <p:nvSpPr>
              <p:cNvPr id="94" name="btfpIconCircle194279">
                <a:extLst>
                  <a:ext uri="{FF2B5EF4-FFF2-40B4-BE49-F238E27FC236}">
                    <a16:creationId xmlns:a16="http://schemas.microsoft.com/office/drawing/2014/main" id="{37EFB0E1-0ADA-40C2-947E-AA94CCC8D9A0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30200" y="3412870"/>
                <a:ext cx="900000" cy="900000"/>
              </a:xfrm>
              <a:prstGeom prst="ellipse">
                <a:avLst/>
              </a:prstGeom>
              <a:noFill/>
              <a:ln w="9525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pic>
            <p:nvPicPr>
              <p:cNvPr id="95" name="btfpIconLines194279">
                <a:extLst>
                  <a:ext uri="{FF2B5EF4-FFF2-40B4-BE49-F238E27FC236}">
                    <a16:creationId xmlns:a16="http://schemas.microsoft.com/office/drawing/2014/main" id="{4003EF59-A0C3-4B7F-A325-045EAA1763EA}"/>
                  </a:ext>
                </a:extLst>
              </p:cNvPr>
              <p:cNvPicPr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0200" y="3412870"/>
                <a:ext cx="900000" cy="900000"/>
              </a:xfrm>
              <a:prstGeom prst="rect">
                <a:avLst/>
              </a:prstGeom>
            </p:spPr>
          </p:pic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D1A472E-20D1-4423-94B4-F972F3D6C8ED}"/>
              </a:ext>
            </a:extLst>
          </p:cNvPr>
          <p:cNvGrpSpPr/>
          <p:nvPr/>
        </p:nvGrpSpPr>
        <p:grpSpPr>
          <a:xfrm>
            <a:off x="330200" y="4252944"/>
            <a:ext cx="11531601" cy="1057588"/>
            <a:chOff x="330200" y="4527928"/>
            <a:chExt cx="11531601" cy="1057588"/>
          </a:xfrm>
        </p:grpSpPr>
        <p:grpSp>
          <p:nvGrpSpPr>
            <p:cNvPr id="67" name="btfpRowHeaderBox163525">
              <a:extLst>
                <a:ext uri="{FF2B5EF4-FFF2-40B4-BE49-F238E27FC236}">
                  <a16:creationId xmlns:a16="http://schemas.microsoft.com/office/drawing/2014/main" id="{A0639F1D-7588-4280-A08A-24E3E8F53D91}"/>
                </a:ext>
              </a:extLst>
            </p:cNvPr>
            <p:cNvGrpSpPr/>
            <p:nvPr>
              <p:custDataLst>
                <p:tags r:id="rId6"/>
              </p:custDataLst>
            </p:nvPr>
          </p:nvGrpSpPr>
          <p:grpSpPr>
            <a:xfrm>
              <a:off x="330200" y="4527928"/>
              <a:ext cx="1873885" cy="1057588"/>
              <a:chOff x="330200" y="1270000"/>
              <a:chExt cx="1873885" cy="972979"/>
            </a:xfrm>
          </p:grpSpPr>
          <p:sp>
            <p:nvSpPr>
              <p:cNvPr id="68" name="btfpRowHeaderBoxText163525">
                <a:extLst>
                  <a:ext uri="{FF2B5EF4-FFF2-40B4-BE49-F238E27FC236}">
                    <a16:creationId xmlns:a16="http://schemas.microsoft.com/office/drawing/2014/main" id="{0A94FB20-F271-4546-A1E5-88C36A6949C0}"/>
                  </a:ext>
                </a:extLst>
              </p:cNvPr>
              <p:cNvSpPr txBox="1"/>
              <p:nvPr/>
            </p:nvSpPr>
            <p:spPr bwMode="gray">
              <a:xfrm>
                <a:off x="330200" y="1270000"/>
                <a:ext cx="1873885" cy="972979"/>
              </a:xfrm>
              <a:prstGeom prst="rect">
                <a:avLst/>
              </a:prstGeom>
              <a:noFill/>
            </p:spPr>
            <p:txBody>
              <a:bodyPr vert="horz" wrap="square" lIns="36036" tIns="36036" rIns="180181" bIns="36036" rtlCol="0" anchor="t">
                <a:noAutofit/>
              </a:bodyPr>
              <a:lstStyle/>
              <a:p>
                <a:pPr marL="0" marR="0" lvl="0" indent="0" algn="l" defTabSz="711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Stress</a:t>
                </a:r>
              </a:p>
            </p:txBody>
          </p:sp>
          <p:cxnSp>
            <p:nvCxnSpPr>
              <p:cNvPr id="69" name="btfpRowHeaderBoxLine163525">
                <a:extLst>
                  <a:ext uri="{FF2B5EF4-FFF2-40B4-BE49-F238E27FC236}">
                    <a16:creationId xmlns:a16="http://schemas.microsoft.com/office/drawing/2014/main" id="{EC3F2ABC-A72B-4B50-AE34-FA22BD5AEB77}"/>
                  </a:ext>
                </a:extLst>
              </p:cNvPr>
              <p:cNvCxnSpPr/>
              <p:nvPr/>
            </p:nvCxnSpPr>
            <p:spPr bwMode="gray">
              <a:xfrm>
                <a:off x="2204085" y="1270000"/>
                <a:ext cx="0" cy="972979"/>
              </a:xfrm>
              <a:prstGeom prst="line">
                <a:avLst/>
              </a:prstGeom>
              <a:ln w="152400" cap="flat">
                <a:solidFill>
                  <a:srgbClr val="000000"/>
                </a:solidFill>
                <a:miter lim="800000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btfpBulletedList272020">
              <a:extLst>
                <a:ext uri="{FF2B5EF4-FFF2-40B4-BE49-F238E27FC236}">
                  <a16:creationId xmlns:a16="http://schemas.microsoft.com/office/drawing/2014/main" id="{68CE2F7F-A1BA-43BF-8312-7FE65FA1E669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 bwMode="gray">
            <a:xfrm>
              <a:off x="2743201" y="4527928"/>
              <a:ext cx="9118600" cy="1057588"/>
            </a:xfrm>
            <a:prstGeom prst="rect">
              <a:avLst/>
            </a:prstGeom>
            <a:noFill/>
          </p:spPr>
          <p:txBody>
            <a:bodyPr vert="horz" wrap="square" lIns="36000" tIns="36000" rIns="36000" bIns="36000" rtlCol="0">
              <a:sp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What are your stress triggers/what has created stress for you on past cases?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How do you show it when you are feeling stressed?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What helps when you are feeling stressed (e.g., thinking time, brainstorming, encouragement)?</a:t>
              </a:r>
              <a:endParaRPr kumimoji="0" lang="en-CA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4" name="btfpIcon874044">
              <a:extLst>
                <a:ext uri="{FF2B5EF4-FFF2-40B4-BE49-F238E27FC236}">
                  <a16:creationId xmlns:a16="http://schemas.microsoft.com/office/drawing/2014/main" id="{7F41A0D4-2E0A-42A8-BD0B-A3A8A3CF2D2F}"/>
                </a:ext>
              </a:extLst>
            </p:cNvPr>
            <p:cNvGrpSpPr/>
            <p:nvPr>
              <p:custDataLst>
                <p:tags r:id="rId8"/>
              </p:custDataLst>
            </p:nvPr>
          </p:nvGrpSpPr>
          <p:grpSpPr>
            <a:xfrm>
              <a:off x="1343472" y="4540484"/>
              <a:ext cx="693923" cy="693923"/>
              <a:chOff x="334970" y="4473466"/>
              <a:chExt cx="900001" cy="900001"/>
            </a:xfrm>
          </p:grpSpPr>
          <p:sp>
            <p:nvSpPr>
              <p:cNvPr id="105" name="btfpIconCircle874044">
                <a:extLst>
                  <a:ext uri="{FF2B5EF4-FFF2-40B4-BE49-F238E27FC236}">
                    <a16:creationId xmlns:a16="http://schemas.microsoft.com/office/drawing/2014/main" id="{448E5121-8B4B-4606-AABC-CEE9F45A68E7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34970" y="4473466"/>
                <a:ext cx="900001" cy="900001"/>
              </a:xfrm>
              <a:prstGeom prst="ellipse">
                <a:avLst/>
              </a:prstGeom>
              <a:noFill/>
              <a:ln w="9525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pic>
            <p:nvPicPr>
              <p:cNvPr id="106" name="btfpIconLines874044">
                <a:extLst>
                  <a:ext uri="{FF2B5EF4-FFF2-40B4-BE49-F238E27FC236}">
                    <a16:creationId xmlns:a16="http://schemas.microsoft.com/office/drawing/2014/main" id="{75F0A8FF-5CD9-4E4E-A6DA-0D1F08DDC396}"/>
                  </a:ext>
                </a:extLst>
              </p:cNvPr>
              <p:cNvPicPr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4970" y="4473466"/>
                <a:ext cx="900001" cy="900001"/>
              </a:xfrm>
              <a:prstGeom prst="rect">
                <a:avLst/>
              </a:prstGeom>
            </p:spPr>
          </p:pic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F48166F-B964-420A-9E7B-658ABEBBEA9D}"/>
              </a:ext>
            </a:extLst>
          </p:cNvPr>
          <p:cNvGrpSpPr/>
          <p:nvPr/>
        </p:nvGrpSpPr>
        <p:grpSpPr>
          <a:xfrm>
            <a:off x="330200" y="5489404"/>
            <a:ext cx="11531601" cy="693923"/>
            <a:chOff x="330200" y="5709221"/>
            <a:chExt cx="11531601" cy="693923"/>
          </a:xfrm>
        </p:grpSpPr>
        <p:grpSp>
          <p:nvGrpSpPr>
            <p:cNvPr id="53" name="btfpRowHeaderBox163525">
              <a:extLst>
                <a:ext uri="{FF2B5EF4-FFF2-40B4-BE49-F238E27FC236}">
                  <a16:creationId xmlns:a16="http://schemas.microsoft.com/office/drawing/2014/main" id="{F9627DC0-05FA-4E48-B579-514EB0B0CAED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330200" y="5714834"/>
              <a:ext cx="1873885" cy="657479"/>
              <a:chOff x="330200" y="1270000"/>
              <a:chExt cx="1873885" cy="972979"/>
            </a:xfrm>
          </p:grpSpPr>
          <p:sp>
            <p:nvSpPr>
              <p:cNvPr id="54" name="btfpRowHeaderBoxText163525">
                <a:extLst>
                  <a:ext uri="{FF2B5EF4-FFF2-40B4-BE49-F238E27FC236}">
                    <a16:creationId xmlns:a16="http://schemas.microsoft.com/office/drawing/2014/main" id="{52308733-EED5-4BA5-ACF8-E13AC225159B}"/>
                  </a:ext>
                </a:extLst>
              </p:cNvPr>
              <p:cNvSpPr txBox="1"/>
              <p:nvPr/>
            </p:nvSpPr>
            <p:spPr bwMode="gray">
              <a:xfrm>
                <a:off x="330200" y="1270000"/>
                <a:ext cx="1873885" cy="972979"/>
              </a:xfrm>
              <a:prstGeom prst="rect">
                <a:avLst/>
              </a:prstGeom>
              <a:noFill/>
            </p:spPr>
            <p:txBody>
              <a:bodyPr vert="horz" wrap="square" lIns="36036" tIns="36036" rIns="180181" bIns="36036" rtlCol="0" anchor="t">
                <a:noAutofit/>
              </a:bodyPr>
              <a:lstStyle/>
              <a:p>
                <a:pPr marL="0" marR="0" lvl="0" indent="0" algn="l" defTabSz="711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Balance</a:t>
                </a:r>
              </a:p>
            </p:txBody>
          </p:sp>
          <p:cxnSp>
            <p:nvCxnSpPr>
              <p:cNvPr id="55" name="btfpRowHeaderBoxLine163525">
                <a:extLst>
                  <a:ext uri="{FF2B5EF4-FFF2-40B4-BE49-F238E27FC236}">
                    <a16:creationId xmlns:a16="http://schemas.microsoft.com/office/drawing/2014/main" id="{30BC4B49-A223-48AB-A2DA-143FC10597BA}"/>
                  </a:ext>
                </a:extLst>
              </p:cNvPr>
              <p:cNvCxnSpPr/>
              <p:nvPr/>
            </p:nvCxnSpPr>
            <p:spPr bwMode="gray">
              <a:xfrm>
                <a:off x="2204085" y="1270000"/>
                <a:ext cx="0" cy="972979"/>
              </a:xfrm>
              <a:prstGeom prst="line">
                <a:avLst/>
              </a:prstGeom>
              <a:ln w="152400" cap="flat">
                <a:solidFill>
                  <a:srgbClr val="000000"/>
                </a:solidFill>
                <a:miter lim="800000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btfpBulletedList272020">
              <a:extLst>
                <a:ext uri="{FF2B5EF4-FFF2-40B4-BE49-F238E27FC236}">
                  <a16:creationId xmlns:a16="http://schemas.microsoft.com/office/drawing/2014/main" id="{4A6A8D1D-37C5-43C8-9BBF-DA007E1DC0A9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 bwMode="gray">
            <a:xfrm>
              <a:off x="2743201" y="5714833"/>
              <a:ext cx="9118600" cy="65747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rtlCol="0">
              <a:sp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What are your top priorities outside of work?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What support do you need from this team to balance those priorities?</a:t>
              </a:r>
              <a:endParaRPr kumimoji="0" lang="en-CA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15" name="btfpIcon480974">
              <a:extLst>
                <a:ext uri="{FF2B5EF4-FFF2-40B4-BE49-F238E27FC236}">
                  <a16:creationId xmlns:a16="http://schemas.microsoft.com/office/drawing/2014/main" id="{E88FF511-53F0-402F-9775-32E534B9AFB7}"/>
                </a:ext>
              </a:extLst>
            </p:cNvPr>
            <p:cNvGrpSpPr/>
            <p:nvPr>
              <p:custDataLst>
                <p:tags r:id="rId5"/>
              </p:custDataLst>
            </p:nvPr>
          </p:nvGrpSpPr>
          <p:grpSpPr>
            <a:xfrm>
              <a:off x="1343472" y="5709221"/>
              <a:ext cx="693923" cy="693923"/>
              <a:chOff x="330199" y="5541288"/>
              <a:chExt cx="1167276" cy="900000"/>
            </a:xfrm>
          </p:grpSpPr>
          <p:sp>
            <p:nvSpPr>
              <p:cNvPr id="116" name="btfpIconCircle480974">
                <a:extLst>
                  <a:ext uri="{FF2B5EF4-FFF2-40B4-BE49-F238E27FC236}">
                    <a16:creationId xmlns:a16="http://schemas.microsoft.com/office/drawing/2014/main" id="{9123E721-825C-4243-8A17-7EF77822D0B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30199" y="5541288"/>
                <a:ext cx="1167276" cy="900000"/>
              </a:xfrm>
              <a:prstGeom prst="ellipse">
                <a:avLst/>
              </a:prstGeom>
              <a:noFill/>
              <a:ln w="9525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pic>
            <p:nvPicPr>
              <p:cNvPr id="117" name="btfpIconLines480974">
                <a:extLst>
                  <a:ext uri="{FF2B5EF4-FFF2-40B4-BE49-F238E27FC236}">
                    <a16:creationId xmlns:a16="http://schemas.microsoft.com/office/drawing/2014/main" id="{EE5561B2-EC55-4FEE-9177-79DA4D0BA7B8}"/>
                  </a:ext>
                </a:extLst>
              </p:cNvPr>
              <p:cNvPicPr>
                <a:picLocks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0199" y="5541288"/>
                <a:ext cx="1167276" cy="900000"/>
              </a:xfrm>
              <a:prstGeom prst="rect">
                <a:avLst/>
              </a:prstGeom>
            </p:spPr>
          </p:pic>
        </p:grpSp>
      </p:grp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F47ABFA6-E00D-4193-8604-CD21035F7644}"/>
              </a:ext>
            </a:extLst>
          </p:cNvPr>
          <p:cNvCxnSpPr/>
          <p:nvPr/>
        </p:nvCxnSpPr>
        <p:spPr bwMode="gray">
          <a:xfrm>
            <a:off x="330200" y="2041692"/>
            <a:ext cx="11526838" cy="0"/>
          </a:xfrm>
          <a:prstGeom prst="line">
            <a:avLst/>
          </a:prstGeom>
          <a:ln w="6350" cap="flat">
            <a:solidFill>
              <a:schemeClr val="bg1">
                <a:lumMod val="65000"/>
              </a:schemeClr>
            </a:solidFill>
            <a:prstDash val="dash"/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37485737-79CA-41AB-82DA-914206F53B8B}"/>
              </a:ext>
            </a:extLst>
          </p:cNvPr>
          <p:cNvCxnSpPr/>
          <p:nvPr/>
        </p:nvCxnSpPr>
        <p:spPr bwMode="gray">
          <a:xfrm>
            <a:off x="330200" y="3278154"/>
            <a:ext cx="11526838" cy="0"/>
          </a:xfrm>
          <a:prstGeom prst="line">
            <a:avLst/>
          </a:prstGeom>
          <a:ln w="6350" cap="flat">
            <a:solidFill>
              <a:schemeClr val="bg1">
                <a:lumMod val="65000"/>
              </a:schemeClr>
            </a:solidFill>
            <a:prstDash val="dash"/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B155757-9DC5-44AD-B4D9-DCFF48549E6F}"/>
              </a:ext>
            </a:extLst>
          </p:cNvPr>
          <p:cNvCxnSpPr/>
          <p:nvPr/>
        </p:nvCxnSpPr>
        <p:spPr bwMode="gray">
          <a:xfrm>
            <a:off x="330200" y="4163507"/>
            <a:ext cx="11526838" cy="0"/>
          </a:xfrm>
          <a:prstGeom prst="line">
            <a:avLst/>
          </a:prstGeom>
          <a:ln w="6350" cap="flat">
            <a:solidFill>
              <a:schemeClr val="bg1">
                <a:lumMod val="65000"/>
              </a:schemeClr>
            </a:solidFill>
            <a:prstDash val="dash"/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6FFCA74-5713-40DA-913E-B0905A6296A0}"/>
              </a:ext>
            </a:extLst>
          </p:cNvPr>
          <p:cNvCxnSpPr/>
          <p:nvPr/>
        </p:nvCxnSpPr>
        <p:spPr bwMode="gray">
          <a:xfrm>
            <a:off x="330200" y="5399969"/>
            <a:ext cx="11526838" cy="0"/>
          </a:xfrm>
          <a:prstGeom prst="line">
            <a:avLst/>
          </a:prstGeom>
          <a:ln w="6350" cap="flat">
            <a:solidFill>
              <a:schemeClr val="bg1">
                <a:lumMod val="65000"/>
              </a:schemeClr>
            </a:solidFill>
            <a:prstDash val="dash"/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btfpLayoutConfig" hidden="1">
            <a:extLst>
              <a:ext uri="{FF2B5EF4-FFF2-40B4-BE49-F238E27FC236}">
                <a16:creationId xmlns:a16="http://schemas.microsoft.com/office/drawing/2014/main" id="{7C2C0AC9-1486-4F64-9D65-933F3E1AD329}"/>
              </a:ext>
            </a:extLst>
          </p:cNvPr>
          <p:cNvSpPr txBox="1"/>
          <p:nvPr/>
        </p:nvSpPr>
        <p:spPr bwMode="gray">
          <a:xfrm>
            <a:off x="12700" y="12700"/>
            <a:ext cx="896647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overall_1_132839020431876942 columns_1_132839020431876942 123_1_132839020431876942 128_1_132839020431876942 57_0_132839020431876942 </a:t>
            </a:r>
            <a:endParaRPr kumimoji="0" lang="en-US" sz="100" b="0" i="0" u="none" strike="noStrike" kern="1200" cap="none" spc="0" normalizeH="0" baseline="0" noProof="0" err="1">
              <a:ln>
                <a:noFill/>
              </a:ln>
              <a:solidFill>
                <a:srgbClr val="FFFFFF">
                  <a:alpha val="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btfpCallout912002">
            <a:extLst>
              <a:ext uri="{FF2B5EF4-FFF2-40B4-BE49-F238E27FC236}">
                <a16:creationId xmlns:a16="http://schemas.microsoft.com/office/drawing/2014/main" id="{C0EE368F-6A4C-49A2-A370-B0583CBE4C2E}"/>
              </a:ext>
            </a:extLst>
          </p:cNvPr>
          <p:cNvSpPr/>
          <p:nvPr/>
        </p:nvSpPr>
        <p:spPr bwMode="gray">
          <a:xfrm>
            <a:off x="8542030" y="1395060"/>
            <a:ext cx="3299226" cy="997742"/>
          </a:xfrm>
          <a:prstGeom prst="wedgeRectCallout">
            <a:avLst>
              <a:gd name="adj1" fmla="val -59398"/>
              <a:gd name="adj2" fmla="val 17631"/>
            </a:avLst>
          </a:prstGeom>
          <a:solidFill>
            <a:schemeClr val="bg1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73" tIns="72073" rIns="72073" bIns="720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Go through some of these questions as a team to get to know each other better</a:t>
            </a:r>
          </a:p>
        </p:txBody>
      </p:sp>
      <p:grpSp>
        <p:nvGrpSpPr>
          <p:cNvPr id="11" name="btfpRunningAgenda2Level135375">
            <a:extLst>
              <a:ext uri="{FF2B5EF4-FFF2-40B4-BE49-F238E27FC236}">
                <a16:creationId xmlns:a16="http://schemas.microsoft.com/office/drawing/2014/main" id="{A28E1BD3-AAB3-F77D-7C20-E29F084786C2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944429"/>
            <a:ext cx="7863210" cy="257443"/>
            <a:chOff x="0" y="876300"/>
            <a:chExt cx="7863210" cy="257443"/>
          </a:xfrm>
        </p:grpSpPr>
        <p:sp>
          <p:nvSpPr>
            <p:cNvPr id="12" name="btfpRunningAgenda2LevelBarLeft135375">
              <a:extLst>
                <a:ext uri="{FF2B5EF4-FFF2-40B4-BE49-F238E27FC236}">
                  <a16:creationId xmlns:a16="http://schemas.microsoft.com/office/drawing/2014/main" id="{AD96085B-B1E7-742C-8215-209866AF5F08}"/>
                </a:ext>
              </a:extLst>
            </p:cNvPr>
            <p:cNvSpPr/>
            <p:nvPr/>
          </p:nvSpPr>
          <p:spPr bwMode="gray">
            <a:xfrm>
              <a:off x="0" y="876300"/>
              <a:ext cx="4469842" cy="257443"/>
            </a:xfrm>
            <a:custGeom>
              <a:avLst/>
              <a:gdLst/>
              <a:ahLst/>
              <a:cxnLst/>
              <a:rect l="0" t="0" r="0" b="0"/>
              <a:pathLst>
                <a:path w="4469842" h="257443">
                  <a:moveTo>
                    <a:pt x="0" y="0"/>
                  </a:moveTo>
                  <a:lnTo>
                    <a:pt x="4469841" y="0"/>
                  </a:lnTo>
                  <a:lnTo>
                    <a:pt x="4415120" y="257442"/>
                  </a:lnTo>
                  <a:lnTo>
                    <a:pt x="0" y="257442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btfpRunningAgenda2LevelTextLeft135375">
              <a:extLst>
                <a:ext uri="{FF2B5EF4-FFF2-40B4-BE49-F238E27FC236}">
                  <a16:creationId xmlns:a16="http://schemas.microsoft.com/office/drawing/2014/main" id="{7704D523-712F-9D02-37BD-8330D1C777DD}"/>
                </a:ext>
              </a:extLst>
            </p:cNvPr>
            <p:cNvSpPr txBox="1"/>
            <p:nvPr/>
          </p:nvSpPr>
          <p:spPr bwMode="gray">
            <a:xfrm>
              <a:off x="0" y="876300"/>
              <a:ext cx="4415120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all" spc="45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Getting to know the team</a:t>
              </a:r>
            </a:p>
          </p:txBody>
        </p:sp>
        <p:sp>
          <p:nvSpPr>
            <p:cNvPr id="15" name="btfpRunningAgenda2LevelTextRight135375">
              <a:extLst>
                <a:ext uri="{FF2B5EF4-FFF2-40B4-BE49-F238E27FC236}">
                  <a16:creationId xmlns:a16="http://schemas.microsoft.com/office/drawing/2014/main" id="{A82CDF82-D340-8E90-FE9B-14CCDFA9582D}"/>
                </a:ext>
              </a:extLst>
            </p:cNvPr>
            <p:cNvSpPr txBox="1"/>
            <p:nvPr/>
          </p:nvSpPr>
          <p:spPr bwMode="gray">
            <a:xfrm>
              <a:off x="4334999" y="876300"/>
              <a:ext cx="3528211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all" spc="45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TEAM INTRODUCTIONS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73262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37665971-9F16-40CD-8F90-B942AA246FE6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525398">
              <a:extLst>
                <a:ext uri="{FF2B5EF4-FFF2-40B4-BE49-F238E27FC236}">
                  <a16:creationId xmlns:a16="http://schemas.microsoft.com/office/drawing/2014/main" id="{E0C34440-0DD5-4252-822F-583755811B04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btfpColumnGapBlocker613513">
              <a:extLst>
                <a:ext uri="{FF2B5EF4-FFF2-40B4-BE49-F238E27FC236}">
                  <a16:creationId xmlns:a16="http://schemas.microsoft.com/office/drawing/2014/main" id="{738DD31B-25A8-4E12-B409-909FBAA48580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6" name="btfpColumnIndicator506838">
              <a:extLst>
                <a:ext uri="{FF2B5EF4-FFF2-40B4-BE49-F238E27FC236}">
                  <a16:creationId xmlns:a16="http://schemas.microsoft.com/office/drawing/2014/main" id="{BD5E3D9B-79E9-4DBA-84EF-D52EF8CF1070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313556">
              <a:extLst>
                <a:ext uri="{FF2B5EF4-FFF2-40B4-BE49-F238E27FC236}">
                  <a16:creationId xmlns:a16="http://schemas.microsoft.com/office/drawing/2014/main" id="{90473817-1CF2-4C15-8864-6AA151AA283F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9D5D9CC5-6A9B-4E9A-AB5E-1EB2BD3B14D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134938">
              <a:extLst>
                <a:ext uri="{FF2B5EF4-FFF2-40B4-BE49-F238E27FC236}">
                  <a16:creationId xmlns:a16="http://schemas.microsoft.com/office/drawing/2014/main" id="{A5346600-AF53-42DE-AE9A-A2BBF06E822C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btfpColumnGapBlocker364652">
              <a:extLst>
                <a:ext uri="{FF2B5EF4-FFF2-40B4-BE49-F238E27FC236}">
                  <a16:creationId xmlns:a16="http://schemas.microsoft.com/office/drawing/2014/main" id="{C7D9B8C5-EE55-4D02-BB54-5CD10C5A71C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" name="btfpColumnIndicator727320">
              <a:extLst>
                <a:ext uri="{FF2B5EF4-FFF2-40B4-BE49-F238E27FC236}">
                  <a16:creationId xmlns:a16="http://schemas.microsoft.com/office/drawing/2014/main" id="{D63C7952-95E3-45DD-AD53-8083F50F4C36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625188">
              <a:extLst>
                <a:ext uri="{FF2B5EF4-FFF2-40B4-BE49-F238E27FC236}">
                  <a16:creationId xmlns:a16="http://schemas.microsoft.com/office/drawing/2014/main" id="{7A5069C1-38D0-44E1-907C-5BE9D507B501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87265D9-2CEE-4433-A87A-7D099EB9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style preferences</a:t>
            </a:r>
          </a:p>
        </p:txBody>
      </p:sp>
      <p:sp>
        <p:nvSpPr>
          <p:cNvPr id="22" name="Line 14">
            <a:extLst>
              <a:ext uri="{FF2B5EF4-FFF2-40B4-BE49-F238E27FC236}">
                <a16:creationId xmlns:a16="http://schemas.microsoft.com/office/drawing/2014/main" id="{A6D818D4-1EB0-4280-93DA-3D969048267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003" y="1799582"/>
            <a:ext cx="10388636" cy="0"/>
          </a:xfrm>
          <a:prstGeom prst="line">
            <a:avLst/>
          </a:prstGeom>
          <a:noFill/>
          <a:ln w="19050" cap="flat" cmpd="sng" algn="ctr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44421" tIns="44421" rIns="44421" bIns="44421" anchor="ctr"/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AU" sz="151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Box 15">
            <a:extLst>
              <a:ext uri="{FF2B5EF4-FFF2-40B4-BE49-F238E27FC236}">
                <a16:creationId xmlns:a16="http://schemas.microsoft.com/office/drawing/2014/main" id="{A593E8E2-DA6F-44B7-BF7D-0FCC93CFA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011" y="1782494"/>
            <a:ext cx="3836467" cy="27064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44421" tIns="44421" rIns="44421" bIns="44421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Working longer during the week</a:t>
            </a:r>
          </a:p>
        </p:txBody>
      </p:sp>
      <p:sp>
        <p:nvSpPr>
          <p:cNvPr id="24" name="Text Box 16">
            <a:extLst>
              <a:ext uri="{FF2B5EF4-FFF2-40B4-BE49-F238E27FC236}">
                <a16:creationId xmlns:a16="http://schemas.microsoft.com/office/drawing/2014/main" id="{79A65AF8-C78A-4028-8D70-CA8D289CF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6047" y="1782494"/>
            <a:ext cx="2317388" cy="27064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44421" tIns="44421" rIns="44421" bIns="44421">
            <a:spAutoFit/>
          </a:bodyPr>
          <a:lstStyle/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Working weekends</a:t>
            </a:r>
          </a:p>
        </p:txBody>
      </p:sp>
      <p:sp>
        <p:nvSpPr>
          <p:cNvPr id="25" name="Line 17">
            <a:extLst>
              <a:ext uri="{FF2B5EF4-FFF2-40B4-BE49-F238E27FC236}">
                <a16:creationId xmlns:a16="http://schemas.microsoft.com/office/drawing/2014/main" id="{299EAD7F-91FB-43A8-8788-EF13BDEB74D5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003" y="2775047"/>
            <a:ext cx="10388636" cy="0"/>
          </a:xfrm>
          <a:prstGeom prst="line">
            <a:avLst/>
          </a:prstGeom>
          <a:noFill/>
          <a:ln w="19050" cap="flat" cmpd="sng" algn="ctr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44421" tIns="44421" rIns="44421" bIns="44421" anchor="ctr"/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AU" sz="151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Box 18">
            <a:extLst>
              <a:ext uri="{FF2B5EF4-FFF2-40B4-BE49-F238E27FC236}">
                <a16:creationId xmlns:a16="http://schemas.microsoft.com/office/drawing/2014/main" id="{D5B00E70-8C1A-42E6-89D0-6FAF5CAD7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011" y="2757958"/>
            <a:ext cx="3836467" cy="27064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44421" tIns="44421" rIns="44421" bIns="44421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Taking a break and coming back</a:t>
            </a:r>
          </a:p>
        </p:txBody>
      </p:sp>
      <p:sp>
        <p:nvSpPr>
          <p:cNvPr id="27" name="Text Box 19">
            <a:extLst>
              <a:ext uri="{FF2B5EF4-FFF2-40B4-BE49-F238E27FC236}">
                <a16:creationId xmlns:a16="http://schemas.microsoft.com/office/drawing/2014/main" id="{E4FA7C34-B9FB-42F3-9EFB-E239E3107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6414" y="2757958"/>
            <a:ext cx="2157021" cy="27064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44421" tIns="44421" rIns="44421" bIns="44421">
            <a:spAutoFit/>
          </a:bodyPr>
          <a:lstStyle/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Pushing through</a:t>
            </a:r>
          </a:p>
        </p:txBody>
      </p:sp>
      <p:sp>
        <p:nvSpPr>
          <p:cNvPr id="28" name="Line 20">
            <a:extLst>
              <a:ext uri="{FF2B5EF4-FFF2-40B4-BE49-F238E27FC236}">
                <a16:creationId xmlns:a16="http://schemas.microsoft.com/office/drawing/2014/main" id="{2B9A7C2D-F872-44CF-BAD8-31DDB39F0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003" y="3751934"/>
            <a:ext cx="10388636" cy="0"/>
          </a:xfrm>
          <a:prstGeom prst="line">
            <a:avLst/>
          </a:prstGeom>
          <a:noFill/>
          <a:ln w="19050" cap="flat" cmpd="sng" algn="ctr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44421" tIns="44421" rIns="44421" bIns="44421" anchor="ctr"/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AU" sz="151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Box 21">
            <a:extLst>
              <a:ext uri="{FF2B5EF4-FFF2-40B4-BE49-F238E27FC236}">
                <a16:creationId xmlns:a16="http://schemas.microsoft.com/office/drawing/2014/main" id="{639A2595-87D8-4234-AC5F-A46488D3C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011" y="3734845"/>
            <a:ext cx="3836467" cy="27064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44421" tIns="44421" rIns="44421" bIns="44421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Starting early</a:t>
            </a:r>
          </a:p>
        </p:txBody>
      </p:sp>
      <p:sp>
        <p:nvSpPr>
          <p:cNvPr id="30" name="Text Box 22">
            <a:extLst>
              <a:ext uri="{FF2B5EF4-FFF2-40B4-BE49-F238E27FC236}">
                <a16:creationId xmlns:a16="http://schemas.microsoft.com/office/drawing/2014/main" id="{A1C128D0-B16E-400A-908C-0EFA8E1FE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5751" y="3734845"/>
            <a:ext cx="1677683" cy="27064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44421" tIns="44421" rIns="44421" bIns="44421">
            <a:spAutoFit/>
          </a:bodyPr>
          <a:lstStyle/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Finishing late</a:t>
            </a:r>
          </a:p>
        </p:txBody>
      </p:sp>
      <p:sp>
        <p:nvSpPr>
          <p:cNvPr id="31" name="Line 23">
            <a:extLst>
              <a:ext uri="{FF2B5EF4-FFF2-40B4-BE49-F238E27FC236}">
                <a16:creationId xmlns:a16="http://schemas.microsoft.com/office/drawing/2014/main" id="{8171D729-684E-452A-8211-D27589D152A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003" y="4728822"/>
            <a:ext cx="10388636" cy="0"/>
          </a:xfrm>
          <a:prstGeom prst="line">
            <a:avLst/>
          </a:prstGeom>
          <a:noFill/>
          <a:ln w="19050" cap="flat" cmpd="sng" algn="ctr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44421" tIns="44421" rIns="44421" bIns="44421" anchor="ctr"/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AU" sz="151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Box 24">
            <a:extLst>
              <a:ext uri="{FF2B5EF4-FFF2-40B4-BE49-F238E27FC236}">
                <a16:creationId xmlns:a16="http://schemas.microsoft.com/office/drawing/2014/main" id="{6FC63E10-6FE4-4069-97A5-6EAE6195A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011" y="4711734"/>
            <a:ext cx="3836467" cy="27064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44421" tIns="44421" rIns="44421" bIns="44421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Scheduled meetings</a:t>
            </a:r>
          </a:p>
        </p:txBody>
      </p:sp>
      <p:sp>
        <p:nvSpPr>
          <p:cNvPr id="33" name="Text Box 25">
            <a:extLst>
              <a:ext uri="{FF2B5EF4-FFF2-40B4-BE49-F238E27FC236}">
                <a16:creationId xmlns:a16="http://schemas.microsoft.com/office/drawing/2014/main" id="{DAD53092-44E9-4CD1-8308-5DA221714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5976" y="4711734"/>
            <a:ext cx="3117459" cy="27064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44421" tIns="44421" rIns="44421" bIns="44421">
            <a:spAutoFit/>
          </a:bodyPr>
          <a:lstStyle/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Corridor conversations</a:t>
            </a:r>
          </a:p>
        </p:txBody>
      </p:sp>
      <p:sp>
        <p:nvSpPr>
          <p:cNvPr id="34" name="Line 26">
            <a:extLst>
              <a:ext uri="{FF2B5EF4-FFF2-40B4-BE49-F238E27FC236}">
                <a16:creationId xmlns:a16="http://schemas.microsoft.com/office/drawing/2014/main" id="{43FF769C-5BE2-4606-9CB7-674CAC3DE295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003" y="5650598"/>
            <a:ext cx="10388636" cy="0"/>
          </a:xfrm>
          <a:prstGeom prst="line">
            <a:avLst/>
          </a:prstGeom>
          <a:noFill/>
          <a:ln w="19050" cap="flat" cmpd="sng" algn="ctr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44421" tIns="44421" rIns="44421" bIns="44421" anchor="ctr"/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AU" sz="151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 Box 27">
            <a:extLst>
              <a:ext uri="{FF2B5EF4-FFF2-40B4-BE49-F238E27FC236}">
                <a16:creationId xmlns:a16="http://schemas.microsoft.com/office/drawing/2014/main" id="{F2F290D8-27FD-42BA-B932-A0FEB9BBC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011" y="5622117"/>
            <a:ext cx="3836467" cy="30515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44421" tIns="44421" rIns="44421" bIns="44421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Phone calls/text messages out of hours</a:t>
            </a:r>
          </a:p>
        </p:txBody>
      </p:sp>
      <p:sp>
        <p:nvSpPr>
          <p:cNvPr id="36" name="Text Box 28">
            <a:extLst>
              <a:ext uri="{FF2B5EF4-FFF2-40B4-BE49-F238E27FC236}">
                <a16:creationId xmlns:a16="http://schemas.microsoft.com/office/drawing/2014/main" id="{575576BD-8E40-4888-84DF-5FA454FA3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5976" y="5622117"/>
            <a:ext cx="3117459" cy="27064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44421" tIns="44421" rIns="44421" bIns="44421">
            <a:spAutoFit/>
          </a:bodyPr>
          <a:lstStyle/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Email out of hours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575E872-B95E-47E6-8CD9-F5BF4324C023}"/>
              </a:ext>
            </a:extLst>
          </p:cNvPr>
          <p:cNvGrpSpPr/>
          <p:nvPr/>
        </p:nvGrpSpPr>
        <p:grpSpPr>
          <a:xfrm>
            <a:off x="1020973" y="2099306"/>
            <a:ext cx="5481014" cy="675741"/>
            <a:chOff x="1009098" y="2227508"/>
            <a:chExt cx="5481014" cy="739401"/>
          </a:xfrm>
        </p:grpSpPr>
        <p:pic>
          <p:nvPicPr>
            <p:cNvPr id="38" name="btfpPhotoPerson442113">
              <a:extLst>
                <a:ext uri="{FF2B5EF4-FFF2-40B4-BE49-F238E27FC236}">
                  <a16:creationId xmlns:a16="http://schemas.microsoft.com/office/drawing/2014/main" id="{4C59CEF7-19CE-4C40-B061-BC2AC144E5E3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0" t="80767" r="80767" b="2100"/>
            <a:stretch>
              <a:fillRect/>
            </a:stretch>
          </p:blipFill>
          <p:spPr>
            <a:xfrm>
              <a:off x="5769387" y="2227509"/>
              <a:ext cx="720725" cy="720725"/>
            </a:xfrm>
            <a:prstGeom prst="ellipse">
              <a:avLst/>
            </a:prstGeom>
          </p:spPr>
        </p:pic>
        <p:pic>
          <p:nvPicPr>
            <p:cNvPr id="39" name="btfpPhotoPerson442113">
              <a:extLst>
                <a:ext uri="{FF2B5EF4-FFF2-40B4-BE49-F238E27FC236}">
                  <a16:creationId xmlns:a16="http://schemas.microsoft.com/office/drawing/2014/main" id="{3BC047CC-2EEE-4A98-95D2-CF351E5456BC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" t="20100" r="82100" b="62767"/>
            <a:stretch>
              <a:fillRect/>
            </a:stretch>
          </p:blipFill>
          <p:spPr>
            <a:xfrm>
              <a:off x="4604615" y="2246184"/>
              <a:ext cx="720725" cy="720725"/>
            </a:xfrm>
            <a:prstGeom prst="ellipse">
              <a:avLst/>
            </a:prstGeom>
          </p:spPr>
        </p:pic>
        <p:pic>
          <p:nvPicPr>
            <p:cNvPr id="40" name="btfpPhotoPerson442113">
              <a:extLst>
                <a:ext uri="{FF2B5EF4-FFF2-40B4-BE49-F238E27FC236}">
                  <a16:creationId xmlns:a16="http://schemas.microsoft.com/office/drawing/2014/main" id="{27D0402E-7E3B-4CFA-9AA4-40FEADE15211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67" r="62100" b="82867"/>
            <a:stretch>
              <a:fillRect/>
            </a:stretch>
          </p:blipFill>
          <p:spPr>
            <a:xfrm>
              <a:off x="2328798" y="2246184"/>
              <a:ext cx="720725" cy="720725"/>
            </a:xfrm>
            <a:prstGeom prst="ellipse">
              <a:avLst/>
            </a:prstGeom>
          </p:spPr>
        </p:pic>
        <p:pic>
          <p:nvPicPr>
            <p:cNvPr id="41" name="btfpPhotoPerson442113">
              <a:extLst>
                <a:ext uri="{FF2B5EF4-FFF2-40B4-BE49-F238E27FC236}">
                  <a16:creationId xmlns:a16="http://schemas.microsoft.com/office/drawing/2014/main" id="{1BF31304-431E-43CD-B3D2-A60BC5E2DB5A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67" r="42100" b="82867"/>
            <a:stretch>
              <a:fillRect/>
            </a:stretch>
          </p:blipFill>
          <p:spPr>
            <a:xfrm>
              <a:off x="1009098" y="2246184"/>
              <a:ext cx="720725" cy="720725"/>
            </a:xfrm>
            <a:prstGeom prst="ellipse">
              <a:avLst/>
            </a:prstGeom>
          </p:spPr>
        </p:pic>
        <p:pic>
          <p:nvPicPr>
            <p:cNvPr id="42" name="btfpPhotoPerson442113">
              <a:extLst>
                <a:ext uri="{FF2B5EF4-FFF2-40B4-BE49-F238E27FC236}">
                  <a16:creationId xmlns:a16="http://schemas.microsoft.com/office/drawing/2014/main" id="{55531A54-170E-4624-A67C-B580D51B2BB8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67" r="22100" b="82867"/>
            <a:stretch>
              <a:fillRect/>
            </a:stretch>
          </p:blipFill>
          <p:spPr>
            <a:xfrm>
              <a:off x="3107190" y="2246184"/>
              <a:ext cx="720725" cy="720725"/>
            </a:xfrm>
            <a:prstGeom prst="ellipse">
              <a:avLst/>
            </a:prstGeom>
          </p:spPr>
        </p:pic>
        <p:pic>
          <p:nvPicPr>
            <p:cNvPr id="43" name="btfpPhotoPerson442113">
              <a:extLst>
                <a:ext uri="{FF2B5EF4-FFF2-40B4-BE49-F238E27FC236}">
                  <a16:creationId xmlns:a16="http://schemas.microsoft.com/office/drawing/2014/main" id="{36F9353A-2F08-455C-BCCE-791ABA64E5DB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00" t="20767" r="767" b="62100"/>
            <a:stretch>
              <a:fillRect/>
            </a:stretch>
          </p:blipFill>
          <p:spPr>
            <a:xfrm>
              <a:off x="3840649" y="2227510"/>
              <a:ext cx="720725" cy="720725"/>
            </a:xfrm>
            <a:prstGeom prst="ellipse">
              <a:avLst/>
            </a:prstGeom>
          </p:spPr>
        </p:pic>
        <p:pic>
          <p:nvPicPr>
            <p:cNvPr id="44" name="btfpPhotoPerson442113">
              <a:extLst>
                <a:ext uri="{FF2B5EF4-FFF2-40B4-BE49-F238E27FC236}">
                  <a16:creationId xmlns:a16="http://schemas.microsoft.com/office/drawing/2014/main" id="{DB93F214-DF70-4B5E-B8A0-D6338B3550A9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767" r="2100" b="82867"/>
            <a:stretch>
              <a:fillRect/>
            </a:stretch>
          </p:blipFill>
          <p:spPr>
            <a:xfrm>
              <a:off x="1586452" y="2227508"/>
              <a:ext cx="720725" cy="720725"/>
            </a:xfrm>
            <a:prstGeom prst="ellipse">
              <a:avLst/>
            </a:prstGeom>
          </p:spPr>
        </p:pic>
      </p:grpSp>
      <p:sp>
        <p:nvSpPr>
          <p:cNvPr id="45" name="btfpCallout912002">
            <a:extLst>
              <a:ext uri="{FF2B5EF4-FFF2-40B4-BE49-F238E27FC236}">
                <a16:creationId xmlns:a16="http://schemas.microsoft.com/office/drawing/2014/main" id="{42393FD8-80A9-485F-AE62-9F2345A584B4}"/>
              </a:ext>
            </a:extLst>
          </p:cNvPr>
          <p:cNvSpPr/>
          <p:nvPr/>
        </p:nvSpPr>
        <p:spPr bwMode="gray">
          <a:xfrm>
            <a:off x="5460721" y="2954919"/>
            <a:ext cx="3352787" cy="876677"/>
          </a:xfrm>
          <a:prstGeom prst="wedgeRectCallout">
            <a:avLst>
              <a:gd name="adj1" fmla="val -33206"/>
              <a:gd name="adj2" fmla="val -62281"/>
            </a:avLst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73" tIns="72073" rIns="72073" bIns="720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Before kick-off, ask team members to fill out their working style preferences in order to discuss live </a:t>
            </a:r>
          </a:p>
        </p:txBody>
      </p:sp>
      <p:grpSp>
        <p:nvGrpSpPr>
          <p:cNvPr id="19" name="btfpRunningAgenda2Level311068">
            <a:extLst>
              <a:ext uri="{FF2B5EF4-FFF2-40B4-BE49-F238E27FC236}">
                <a16:creationId xmlns:a16="http://schemas.microsoft.com/office/drawing/2014/main" id="{F52DC57A-DD12-7619-6985-C5E71D59A133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944429"/>
            <a:ext cx="4469842" cy="257443"/>
            <a:chOff x="0" y="876300"/>
            <a:chExt cx="4469842" cy="257443"/>
          </a:xfrm>
        </p:grpSpPr>
        <p:sp>
          <p:nvSpPr>
            <p:cNvPr id="20" name="btfpRunningAgenda2LevelBarLeft311068">
              <a:extLst>
                <a:ext uri="{FF2B5EF4-FFF2-40B4-BE49-F238E27FC236}">
                  <a16:creationId xmlns:a16="http://schemas.microsoft.com/office/drawing/2014/main" id="{A4C20181-9C3E-A3C3-236A-EDBE72CD85CA}"/>
                </a:ext>
              </a:extLst>
            </p:cNvPr>
            <p:cNvSpPr/>
            <p:nvPr/>
          </p:nvSpPr>
          <p:spPr bwMode="gray">
            <a:xfrm>
              <a:off x="0" y="876300"/>
              <a:ext cx="4469842" cy="257443"/>
            </a:xfrm>
            <a:custGeom>
              <a:avLst/>
              <a:gdLst/>
              <a:ahLst/>
              <a:cxnLst/>
              <a:rect l="0" t="0" r="0" b="0"/>
              <a:pathLst>
                <a:path w="4469842" h="257443">
                  <a:moveTo>
                    <a:pt x="0" y="0"/>
                  </a:moveTo>
                  <a:lnTo>
                    <a:pt x="4469841" y="0"/>
                  </a:lnTo>
                  <a:lnTo>
                    <a:pt x="4415120" y="257442"/>
                  </a:lnTo>
                  <a:lnTo>
                    <a:pt x="0" y="257442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btfpRunningAgenda2LevelTextLeft311068">
              <a:extLst>
                <a:ext uri="{FF2B5EF4-FFF2-40B4-BE49-F238E27FC236}">
                  <a16:creationId xmlns:a16="http://schemas.microsoft.com/office/drawing/2014/main" id="{E3F3C83D-808D-E276-AD83-20E67E643AD9}"/>
                </a:ext>
              </a:extLst>
            </p:cNvPr>
            <p:cNvSpPr txBox="1"/>
            <p:nvPr/>
          </p:nvSpPr>
          <p:spPr bwMode="gray">
            <a:xfrm>
              <a:off x="0" y="876300"/>
              <a:ext cx="4415120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all" spc="45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Getting to know the team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19671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hink-cell data - do not delete" hidden="1">
            <a:extLst>
              <a:ext uri="{FF2B5EF4-FFF2-40B4-BE49-F238E27FC236}">
                <a16:creationId xmlns:a16="http://schemas.microsoft.com/office/drawing/2014/main" id="{F36B09AD-088F-9E82-BDE0-EF61EAC8C2E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606" imgH="608" progId="TCLayout.ActiveDocument.1">
                  <p:embed/>
                </p:oleObj>
              </mc:Choice>
              <mc:Fallback>
                <p:oleObj name="think-cell Slide" r:id="rId14" imgW="606" imgH="608" progId="TCLayout.ActiveDocument.1">
                  <p:embed/>
                  <p:pic>
                    <p:nvPicPr>
                      <p:cNvPr id="3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36B09AD-088F-9E82-BDE0-EF61EAC8C2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" name="btfpColumnIndicatorGroup2">
            <a:extLst>
              <a:ext uri="{FF2B5EF4-FFF2-40B4-BE49-F238E27FC236}">
                <a16:creationId xmlns:a16="http://schemas.microsoft.com/office/drawing/2014/main" id="{46766844-58D3-4CC2-BE8E-82D7969C3AB0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65" name="btfpColumnGapBlocker326205">
              <a:extLst>
                <a:ext uri="{FF2B5EF4-FFF2-40B4-BE49-F238E27FC236}">
                  <a16:creationId xmlns:a16="http://schemas.microsoft.com/office/drawing/2014/main" id="{5F63C6C8-7DB6-40C5-AE28-FE24F37B2177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btfpColumnGapBlocker985729">
              <a:extLst>
                <a:ext uri="{FF2B5EF4-FFF2-40B4-BE49-F238E27FC236}">
                  <a16:creationId xmlns:a16="http://schemas.microsoft.com/office/drawing/2014/main" id="{08A71B55-CF7E-4157-9FFB-6610329D6B65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61" name="btfpColumnIndicator561765">
              <a:extLst>
                <a:ext uri="{FF2B5EF4-FFF2-40B4-BE49-F238E27FC236}">
                  <a16:creationId xmlns:a16="http://schemas.microsoft.com/office/drawing/2014/main" id="{A389F2A2-FE96-4CE2-B48A-7F00DC56F620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btfpColumnIndicator673043">
              <a:extLst>
                <a:ext uri="{FF2B5EF4-FFF2-40B4-BE49-F238E27FC236}">
                  <a16:creationId xmlns:a16="http://schemas.microsoft.com/office/drawing/2014/main" id="{AADC103D-EBB6-4B9E-983D-04B00F28BC69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btfpColumnIndicatorGroup1">
            <a:extLst>
              <a:ext uri="{FF2B5EF4-FFF2-40B4-BE49-F238E27FC236}">
                <a16:creationId xmlns:a16="http://schemas.microsoft.com/office/drawing/2014/main" id="{1EC9DD7B-D7C4-417A-82F8-9C6AAF9930B2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64" name="btfpColumnGapBlocker940005">
              <a:extLst>
                <a:ext uri="{FF2B5EF4-FFF2-40B4-BE49-F238E27FC236}">
                  <a16:creationId xmlns:a16="http://schemas.microsoft.com/office/drawing/2014/main" id="{B9B2FFCB-A206-48D6-843A-9760605938EB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2" name="btfpColumnGapBlocker443906">
              <a:extLst>
                <a:ext uri="{FF2B5EF4-FFF2-40B4-BE49-F238E27FC236}">
                  <a16:creationId xmlns:a16="http://schemas.microsoft.com/office/drawing/2014/main" id="{CED11E51-DF95-4615-A9D9-0C59CA74BC81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60" name="btfpColumnIndicator329104">
              <a:extLst>
                <a:ext uri="{FF2B5EF4-FFF2-40B4-BE49-F238E27FC236}">
                  <a16:creationId xmlns:a16="http://schemas.microsoft.com/office/drawing/2014/main" id="{C4CD3346-C7E6-424A-80A3-343C06723DE9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btfpColumnIndicator356601">
              <a:extLst>
                <a:ext uri="{FF2B5EF4-FFF2-40B4-BE49-F238E27FC236}">
                  <a16:creationId xmlns:a16="http://schemas.microsoft.com/office/drawing/2014/main" id="{C26B2936-A337-4692-9F76-F9F80A6D2933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FEAC552-610F-4356-BFC4-34279CFCE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Primary working styles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C8395C-F6F2-4BCC-B923-96A5FE65CADD}"/>
              </a:ext>
            </a:extLst>
          </p:cNvPr>
          <p:cNvCxnSpPr/>
          <p:nvPr/>
        </p:nvCxnSpPr>
        <p:spPr bwMode="gray">
          <a:xfrm flipV="1">
            <a:off x="2148852" y="1671483"/>
            <a:ext cx="0" cy="3657600"/>
          </a:xfrm>
          <a:prstGeom prst="straightConnector1">
            <a:avLst/>
          </a:prstGeom>
          <a:ln w="38100" cap="flat" cmpd="sng" algn="ctr">
            <a:solidFill>
              <a:srgbClr val="858585"/>
            </a:solidFill>
            <a:prstDash val="solid"/>
            <a:miter lim="800000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3AFCA9E-0980-4C59-B9EB-4C6729B39E3E}"/>
              </a:ext>
            </a:extLst>
          </p:cNvPr>
          <p:cNvCxnSpPr/>
          <p:nvPr/>
        </p:nvCxnSpPr>
        <p:spPr bwMode="gray">
          <a:xfrm>
            <a:off x="2237343" y="5447069"/>
            <a:ext cx="9094838" cy="0"/>
          </a:xfrm>
          <a:prstGeom prst="straightConnector1">
            <a:avLst/>
          </a:prstGeom>
          <a:ln w="38100" cap="flat" cmpd="sng" algn="ctr">
            <a:solidFill>
              <a:srgbClr val="858585"/>
            </a:solidFill>
            <a:prstDash val="solid"/>
            <a:miter lim="800000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5BA819-1AD7-4EBA-A668-1E9CFD39E681}"/>
              </a:ext>
            </a:extLst>
          </p:cNvPr>
          <p:cNvCxnSpPr/>
          <p:nvPr/>
        </p:nvCxnSpPr>
        <p:spPr bwMode="gray">
          <a:xfrm flipV="1">
            <a:off x="6784762" y="1671483"/>
            <a:ext cx="0" cy="1720648"/>
          </a:xfrm>
          <a:prstGeom prst="line">
            <a:avLst/>
          </a:prstGeom>
          <a:ln w="19050" cap="flat" cmpd="sng" algn="ctr">
            <a:solidFill>
              <a:srgbClr val="858585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CAA1B72-FE01-499A-817E-AA772F063DF1}"/>
              </a:ext>
            </a:extLst>
          </p:cNvPr>
          <p:cNvCxnSpPr/>
          <p:nvPr/>
        </p:nvCxnSpPr>
        <p:spPr bwMode="gray">
          <a:xfrm>
            <a:off x="2237343" y="3500283"/>
            <a:ext cx="4504116" cy="0"/>
          </a:xfrm>
          <a:prstGeom prst="line">
            <a:avLst/>
          </a:prstGeom>
          <a:ln w="19050" cap="flat" cmpd="sng" algn="ctr">
            <a:solidFill>
              <a:srgbClr val="858585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0798B4D-BB51-4479-A81A-448D3DE8B07D}"/>
              </a:ext>
            </a:extLst>
          </p:cNvPr>
          <p:cNvSpPr/>
          <p:nvPr/>
        </p:nvSpPr>
        <p:spPr bwMode="gray">
          <a:xfrm>
            <a:off x="2237343" y="5535560"/>
            <a:ext cx="1601967" cy="363794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85858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Extraverting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85858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(E)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1A547A-51B3-446E-AAEF-8C41865DD6FC}"/>
              </a:ext>
            </a:extLst>
          </p:cNvPr>
          <p:cNvSpPr/>
          <p:nvPr/>
        </p:nvSpPr>
        <p:spPr bwMode="gray">
          <a:xfrm>
            <a:off x="9221638" y="5535560"/>
            <a:ext cx="1908983" cy="363794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85858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Introverting (I)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B1B51A-F5C1-45A6-A440-A25088279AC9}"/>
              </a:ext>
            </a:extLst>
          </p:cNvPr>
          <p:cNvSpPr/>
          <p:nvPr/>
        </p:nvSpPr>
        <p:spPr bwMode="gray">
          <a:xfrm>
            <a:off x="794000" y="5014449"/>
            <a:ext cx="1247705" cy="363794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85858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Thinking (T)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40855B-9532-4247-A985-DA5C8B42D473}"/>
              </a:ext>
            </a:extLst>
          </p:cNvPr>
          <p:cNvSpPr/>
          <p:nvPr/>
        </p:nvSpPr>
        <p:spPr bwMode="gray">
          <a:xfrm>
            <a:off x="794000" y="1736200"/>
            <a:ext cx="1247705" cy="363794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85858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Feeling (F)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BD95B3D-7710-4568-A61A-E89C7AF5E450}"/>
              </a:ext>
            </a:extLst>
          </p:cNvPr>
          <p:cNvCxnSpPr/>
          <p:nvPr/>
        </p:nvCxnSpPr>
        <p:spPr bwMode="gray">
          <a:xfrm flipV="1">
            <a:off x="6784762" y="3588006"/>
            <a:ext cx="0" cy="1720648"/>
          </a:xfrm>
          <a:prstGeom prst="line">
            <a:avLst/>
          </a:prstGeom>
          <a:ln w="19050" cap="flat" cmpd="sng" algn="ctr">
            <a:solidFill>
              <a:srgbClr val="858585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C941BD4-1A4A-401E-A15A-5ED5D547A582}"/>
              </a:ext>
            </a:extLst>
          </p:cNvPr>
          <p:cNvCxnSpPr/>
          <p:nvPr/>
        </p:nvCxnSpPr>
        <p:spPr bwMode="gray">
          <a:xfrm>
            <a:off x="6828065" y="3500283"/>
            <a:ext cx="4504116" cy="0"/>
          </a:xfrm>
          <a:prstGeom prst="line">
            <a:avLst/>
          </a:prstGeom>
          <a:ln w="19050" cap="flat" cmpd="sng" algn="ctr">
            <a:solidFill>
              <a:srgbClr val="858585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btfpBulletedList177057">
            <a:extLst>
              <a:ext uri="{FF2B5EF4-FFF2-40B4-BE49-F238E27FC236}">
                <a16:creationId xmlns:a16="http://schemas.microsoft.com/office/drawing/2014/main" id="{AE134681-47E9-460D-A26C-D603883A22A3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5753992" y="5849082"/>
            <a:ext cx="2061540" cy="565146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85858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How do you prefer to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85858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develop ideas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85858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?</a:t>
            </a:r>
          </a:p>
        </p:txBody>
      </p:sp>
      <p:sp>
        <p:nvSpPr>
          <p:cNvPr id="32" name="btfpBulletedList177057">
            <a:extLst>
              <a:ext uri="{FF2B5EF4-FFF2-40B4-BE49-F238E27FC236}">
                <a16:creationId xmlns:a16="http://schemas.microsoft.com/office/drawing/2014/main" id="{E6290F05-9563-4C0D-8AEA-EDDE3B3448A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334963" y="2848379"/>
            <a:ext cx="1519318" cy="1303809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85858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How do you prefer to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85858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approach decision making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85858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?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BAB81C0-7940-42B5-A1BC-EFB3A9D31F42}"/>
              </a:ext>
            </a:extLst>
          </p:cNvPr>
          <p:cNvGrpSpPr/>
          <p:nvPr/>
        </p:nvGrpSpPr>
        <p:grpSpPr>
          <a:xfrm>
            <a:off x="4854673" y="3078313"/>
            <a:ext cx="3860179" cy="843940"/>
            <a:chOff x="4856672" y="3071005"/>
            <a:chExt cx="3860179" cy="843940"/>
          </a:xfrm>
        </p:grpSpPr>
        <p:sp>
          <p:nvSpPr>
            <p:cNvPr id="36" name="btfpBulletedList562031">
              <a:extLst>
                <a:ext uri="{FF2B5EF4-FFF2-40B4-BE49-F238E27FC236}">
                  <a16:creationId xmlns:a16="http://schemas.microsoft.com/office/drawing/2014/main" id="{BBC5B6B6-9F95-4CE5-843F-946CA68245A7}"/>
                </a:ext>
              </a:extLst>
            </p:cNvPr>
            <p:cNvSpPr/>
            <p:nvPr/>
          </p:nvSpPr>
          <p:spPr bwMode="gray">
            <a:xfrm>
              <a:off x="4856672" y="3071005"/>
              <a:ext cx="1742536" cy="283223"/>
            </a:xfrm>
            <a:prstGeom prst="rect">
              <a:avLst/>
            </a:prstGeom>
            <a:solidFill>
              <a:srgbClr val="46647B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PROMOTER</a:t>
              </a:r>
            </a:p>
          </p:txBody>
        </p:sp>
        <p:sp>
          <p:nvSpPr>
            <p:cNvPr id="37" name="btfpBulletedList562031">
              <a:extLst>
                <a:ext uri="{FF2B5EF4-FFF2-40B4-BE49-F238E27FC236}">
                  <a16:creationId xmlns:a16="http://schemas.microsoft.com/office/drawing/2014/main" id="{2356F358-94D2-4A5C-A8B9-2C5085160963}"/>
                </a:ext>
              </a:extLst>
            </p:cNvPr>
            <p:cNvSpPr/>
            <p:nvPr/>
          </p:nvSpPr>
          <p:spPr bwMode="gray">
            <a:xfrm>
              <a:off x="6974315" y="3071005"/>
              <a:ext cx="1742536" cy="283223"/>
            </a:xfrm>
            <a:prstGeom prst="rect">
              <a:avLst/>
            </a:prstGeom>
            <a:solidFill>
              <a:srgbClr val="973B74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SUPPORTER</a:t>
              </a:r>
            </a:p>
          </p:txBody>
        </p:sp>
        <p:sp>
          <p:nvSpPr>
            <p:cNvPr id="38" name="btfpBulletedList562031">
              <a:extLst>
                <a:ext uri="{FF2B5EF4-FFF2-40B4-BE49-F238E27FC236}">
                  <a16:creationId xmlns:a16="http://schemas.microsoft.com/office/drawing/2014/main" id="{2AF51A52-02C2-4F9E-B2B6-570216B93A76}"/>
                </a:ext>
              </a:extLst>
            </p:cNvPr>
            <p:cNvSpPr/>
            <p:nvPr/>
          </p:nvSpPr>
          <p:spPr bwMode="gray">
            <a:xfrm>
              <a:off x="4856672" y="3631722"/>
              <a:ext cx="1742536" cy="283223"/>
            </a:xfrm>
            <a:prstGeom prst="rect">
              <a:avLst/>
            </a:prstGeom>
            <a:solidFill>
              <a:srgbClr val="C6AA3D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CONTROLLER</a:t>
              </a:r>
            </a:p>
          </p:txBody>
        </p:sp>
        <p:sp>
          <p:nvSpPr>
            <p:cNvPr id="39" name="btfpBulletedList562031">
              <a:extLst>
                <a:ext uri="{FF2B5EF4-FFF2-40B4-BE49-F238E27FC236}">
                  <a16:creationId xmlns:a16="http://schemas.microsoft.com/office/drawing/2014/main" id="{414E1BCA-B348-41F9-9B28-61CFA18E8F95}"/>
                </a:ext>
              </a:extLst>
            </p:cNvPr>
            <p:cNvSpPr/>
            <p:nvPr/>
          </p:nvSpPr>
          <p:spPr bwMode="gray">
            <a:xfrm>
              <a:off x="6974315" y="3631722"/>
              <a:ext cx="1742536" cy="283223"/>
            </a:xfrm>
            <a:prstGeom prst="rect">
              <a:avLst/>
            </a:prstGeom>
            <a:solidFill>
              <a:srgbClr val="507867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ANALYSER</a:t>
              </a:r>
            </a:p>
          </p:txBody>
        </p:sp>
      </p:grpSp>
      <p:pic>
        <p:nvPicPr>
          <p:cNvPr id="68" name="btfpPhotoPerson442113">
            <a:extLst>
              <a:ext uri="{FF2B5EF4-FFF2-40B4-BE49-F238E27FC236}">
                <a16:creationId xmlns:a16="http://schemas.microsoft.com/office/drawing/2014/main" id="{73911AD3-BDA3-4C92-9C0D-C173C27A4F4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67" r="22100" b="82867"/>
          <a:stretch>
            <a:fillRect/>
          </a:stretch>
        </p:blipFill>
        <p:spPr>
          <a:xfrm>
            <a:off x="9340209" y="1995046"/>
            <a:ext cx="720725" cy="720725"/>
          </a:xfrm>
          <a:prstGeom prst="ellipse">
            <a:avLst/>
          </a:prstGeom>
        </p:spPr>
      </p:pic>
      <p:pic>
        <p:nvPicPr>
          <p:cNvPr id="71" name="btfpPhotoPerson442113">
            <a:extLst>
              <a:ext uri="{FF2B5EF4-FFF2-40B4-BE49-F238E27FC236}">
                <a16:creationId xmlns:a16="http://schemas.microsoft.com/office/drawing/2014/main" id="{35C92A5B-4E64-4084-9D86-3CA995BD5C2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7" r="62100" b="82867"/>
          <a:stretch>
            <a:fillRect/>
          </a:stretch>
        </p:blipFill>
        <p:spPr>
          <a:xfrm>
            <a:off x="4075176" y="4052749"/>
            <a:ext cx="737010" cy="737010"/>
          </a:xfrm>
          <a:prstGeom prst="ellipse">
            <a:avLst/>
          </a:prstGeom>
        </p:spPr>
      </p:pic>
      <p:pic>
        <p:nvPicPr>
          <p:cNvPr id="72" name="btfpPhotoPerson442113">
            <a:extLst>
              <a:ext uri="{FF2B5EF4-FFF2-40B4-BE49-F238E27FC236}">
                <a16:creationId xmlns:a16="http://schemas.microsoft.com/office/drawing/2014/main" id="{EAB98ACB-BC90-451B-B972-9A09C95BEEC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67" r="42100" b="82867"/>
          <a:stretch>
            <a:fillRect/>
          </a:stretch>
        </p:blipFill>
        <p:spPr>
          <a:xfrm>
            <a:off x="3296499" y="4060892"/>
            <a:ext cx="720725" cy="720725"/>
          </a:xfrm>
          <a:prstGeom prst="ellipse">
            <a:avLst/>
          </a:prstGeom>
        </p:spPr>
      </p:pic>
      <p:pic>
        <p:nvPicPr>
          <p:cNvPr id="78" name="btfpPhotoPerson442113">
            <a:extLst>
              <a:ext uri="{FF2B5EF4-FFF2-40B4-BE49-F238E27FC236}">
                <a16:creationId xmlns:a16="http://schemas.microsoft.com/office/drawing/2014/main" id="{2732E2F7-AAC4-4FD6-9A5F-A134F434079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" t="80767" r="80767" b="2100"/>
          <a:stretch>
            <a:fillRect/>
          </a:stretch>
        </p:blipFill>
        <p:spPr>
          <a:xfrm>
            <a:off x="9724496" y="4052749"/>
            <a:ext cx="737010" cy="737010"/>
          </a:xfrm>
          <a:prstGeom prst="ellipse">
            <a:avLst/>
          </a:prstGeom>
        </p:spPr>
      </p:pic>
      <p:pic>
        <p:nvPicPr>
          <p:cNvPr id="79" name="btfpPhotoPerson442113">
            <a:extLst>
              <a:ext uri="{FF2B5EF4-FFF2-40B4-BE49-F238E27FC236}">
                <a16:creationId xmlns:a16="http://schemas.microsoft.com/office/drawing/2014/main" id="{E8BDC4F2-2375-4E65-A491-3071826F135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00" t="20767" r="767" b="62100"/>
          <a:stretch>
            <a:fillRect/>
          </a:stretch>
        </p:blipFill>
        <p:spPr>
          <a:xfrm>
            <a:off x="8939636" y="4052749"/>
            <a:ext cx="737010" cy="737010"/>
          </a:xfrm>
          <a:prstGeom prst="ellipse">
            <a:avLst/>
          </a:prstGeom>
        </p:spPr>
      </p:pic>
      <p:pic>
        <p:nvPicPr>
          <p:cNvPr id="98" name="btfpPhotoPerson442113">
            <a:extLst>
              <a:ext uri="{FF2B5EF4-FFF2-40B4-BE49-F238E27FC236}">
                <a16:creationId xmlns:a16="http://schemas.microsoft.com/office/drawing/2014/main" id="{256131A6-A83C-427F-BDD4-EFE4086C6AE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" t="20100" r="82100" b="62767"/>
          <a:stretch>
            <a:fillRect/>
          </a:stretch>
        </p:blipFill>
        <p:spPr>
          <a:xfrm>
            <a:off x="3296499" y="1995046"/>
            <a:ext cx="737010" cy="737010"/>
          </a:xfrm>
          <a:prstGeom prst="ellipse">
            <a:avLst/>
          </a:prstGeom>
        </p:spPr>
      </p:pic>
      <p:pic>
        <p:nvPicPr>
          <p:cNvPr id="104" name="btfpPhotoPerson442113">
            <a:extLst>
              <a:ext uri="{FF2B5EF4-FFF2-40B4-BE49-F238E27FC236}">
                <a16:creationId xmlns:a16="http://schemas.microsoft.com/office/drawing/2014/main" id="{38341730-C6CE-4600-9782-0214DA00F9A7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67" r="2100" b="82867"/>
          <a:stretch>
            <a:fillRect/>
          </a:stretch>
        </p:blipFill>
        <p:spPr>
          <a:xfrm>
            <a:off x="4075176" y="1995046"/>
            <a:ext cx="737010" cy="737010"/>
          </a:xfrm>
          <a:prstGeom prst="ellipse">
            <a:avLst/>
          </a:prstGeom>
        </p:spPr>
      </p:pic>
      <p:sp>
        <p:nvSpPr>
          <p:cNvPr id="114" name="btfpCallout912002">
            <a:extLst>
              <a:ext uri="{FF2B5EF4-FFF2-40B4-BE49-F238E27FC236}">
                <a16:creationId xmlns:a16="http://schemas.microsoft.com/office/drawing/2014/main" id="{62B3E352-FCDD-4534-A572-36ABD4339C19}"/>
              </a:ext>
            </a:extLst>
          </p:cNvPr>
          <p:cNvSpPr/>
          <p:nvPr/>
        </p:nvSpPr>
        <p:spPr bwMode="gray">
          <a:xfrm>
            <a:off x="5501643" y="1347155"/>
            <a:ext cx="3352787" cy="876677"/>
          </a:xfrm>
          <a:prstGeom prst="wedgeRectCallout">
            <a:avLst>
              <a:gd name="adj1" fmla="val -37979"/>
              <a:gd name="adj2" fmla="val 62882"/>
            </a:avLst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73" tIns="72073" rIns="72073" bIns="720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Before kick-off, ask team members to fill out their working style preferences in order to discuss live </a:t>
            </a:r>
          </a:p>
        </p:txBody>
      </p:sp>
      <p:grpSp>
        <p:nvGrpSpPr>
          <p:cNvPr id="11" name="btfpRunningAgenda2Level311068">
            <a:extLst>
              <a:ext uri="{FF2B5EF4-FFF2-40B4-BE49-F238E27FC236}">
                <a16:creationId xmlns:a16="http://schemas.microsoft.com/office/drawing/2014/main" id="{59466261-2771-BF19-CE2B-D06F729E54B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944429"/>
            <a:ext cx="4469842" cy="257443"/>
            <a:chOff x="0" y="876300"/>
            <a:chExt cx="4469842" cy="257443"/>
          </a:xfrm>
        </p:grpSpPr>
        <p:sp>
          <p:nvSpPr>
            <p:cNvPr id="8" name="btfpRunningAgenda2LevelBarLeft311068">
              <a:extLst>
                <a:ext uri="{FF2B5EF4-FFF2-40B4-BE49-F238E27FC236}">
                  <a16:creationId xmlns:a16="http://schemas.microsoft.com/office/drawing/2014/main" id="{84CA23D9-AF22-B06D-AE6A-C37452F17BD5}"/>
                </a:ext>
              </a:extLst>
            </p:cNvPr>
            <p:cNvSpPr/>
            <p:nvPr/>
          </p:nvSpPr>
          <p:spPr bwMode="gray">
            <a:xfrm>
              <a:off x="0" y="876300"/>
              <a:ext cx="4469842" cy="257443"/>
            </a:xfrm>
            <a:custGeom>
              <a:avLst/>
              <a:gdLst/>
              <a:ahLst/>
              <a:cxnLst/>
              <a:rect l="0" t="0" r="0" b="0"/>
              <a:pathLst>
                <a:path w="4469842" h="257443">
                  <a:moveTo>
                    <a:pt x="0" y="0"/>
                  </a:moveTo>
                  <a:lnTo>
                    <a:pt x="4469841" y="0"/>
                  </a:lnTo>
                  <a:lnTo>
                    <a:pt x="4415120" y="257442"/>
                  </a:lnTo>
                  <a:lnTo>
                    <a:pt x="0" y="257442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btfpRunningAgenda2LevelTextLeft311068">
              <a:extLst>
                <a:ext uri="{FF2B5EF4-FFF2-40B4-BE49-F238E27FC236}">
                  <a16:creationId xmlns:a16="http://schemas.microsoft.com/office/drawing/2014/main" id="{0F07E6EE-D965-3575-6B12-ACBCBF9832C1}"/>
                </a:ext>
              </a:extLst>
            </p:cNvPr>
            <p:cNvSpPr txBox="1"/>
            <p:nvPr/>
          </p:nvSpPr>
          <p:spPr bwMode="gray">
            <a:xfrm>
              <a:off x="0" y="876300"/>
              <a:ext cx="4415120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all" spc="45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Getting to know the team</a:t>
              </a:r>
            </a:p>
          </p:txBody>
        </p:sp>
      </p:grpSp>
      <p:sp>
        <p:nvSpPr>
          <p:cNvPr id="3" name="CommentBox">
            <a:extLst>
              <a:ext uri="{FF2B5EF4-FFF2-40B4-BE49-F238E27FC236}">
                <a16:creationId xmlns:a16="http://schemas.microsoft.com/office/drawing/2014/main" id="{FEDC6735-0368-94E8-D79C-D1186853CA66}"/>
              </a:ext>
            </a:extLst>
          </p:cNvPr>
          <p:cNvSpPr/>
          <p:nvPr/>
        </p:nvSpPr>
        <p:spPr bwMode="gray">
          <a:xfrm>
            <a:off x="9969500" y="0"/>
            <a:ext cx="2222500" cy="1016000"/>
          </a:xfrm>
          <a:prstGeom prst="wedgeRoundRectCallout">
            <a:avLst/>
          </a:prstGeom>
          <a:solidFill>
            <a:srgbClr val="006393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AU" sz="1200" b="1" dirty="0" err="1">
                <a:solidFill>
                  <a:srgbClr val="FFFFFF"/>
                </a:solidFill>
                <a:latin typeface="Arial" panose="020B0604020202020204" pitchFamily="34" charset="0"/>
              </a:rPr>
              <a:t>MichelleF</a:t>
            </a:r>
            <a:r>
              <a:rPr lang="en-AU" sz="1200" b="1" dirty="0">
                <a:solidFill>
                  <a:srgbClr val="FFFFFF"/>
                </a:solidFill>
                <a:latin typeface="Arial" panose="020B0604020202020204" pitchFamily="34" charset="0"/>
              </a:rPr>
              <a:t>: OPTIONAL?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9324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32347195-3E6C-4478-9747-5AE4345DC2C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184958">
              <a:extLst>
                <a:ext uri="{FF2B5EF4-FFF2-40B4-BE49-F238E27FC236}">
                  <a16:creationId xmlns:a16="http://schemas.microsoft.com/office/drawing/2014/main" id="{68DB3DFA-4120-49FE-988F-D0B8D147178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btfpColumnGapBlocker234317">
              <a:extLst>
                <a:ext uri="{FF2B5EF4-FFF2-40B4-BE49-F238E27FC236}">
                  <a16:creationId xmlns:a16="http://schemas.microsoft.com/office/drawing/2014/main" id="{A433433B-3F57-433B-BF66-D036715B774F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6" name="btfpColumnIndicator816691">
              <a:extLst>
                <a:ext uri="{FF2B5EF4-FFF2-40B4-BE49-F238E27FC236}">
                  <a16:creationId xmlns:a16="http://schemas.microsoft.com/office/drawing/2014/main" id="{2B1E31B9-493A-4F1D-BB0A-B9AB90EED9F0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893516">
              <a:extLst>
                <a:ext uri="{FF2B5EF4-FFF2-40B4-BE49-F238E27FC236}">
                  <a16:creationId xmlns:a16="http://schemas.microsoft.com/office/drawing/2014/main" id="{6B88221C-A3AE-4FB5-AE32-62C02F7A4F81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02503F7E-D9A3-4505-8AA2-CEA3850B496B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695395">
              <a:extLst>
                <a:ext uri="{FF2B5EF4-FFF2-40B4-BE49-F238E27FC236}">
                  <a16:creationId xmlns:a16="http://schemas.microsoft.com/office/drawing/2014/main" id="{54011208-7EB7-4FD4-8C1E-CDAFFB9E521D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btfpColumnGapBlocker414670">
              <a:extLst>
                <a:ext uri="{FF2B5EF4-FFF2-40B4-BE49-F238E27FC236}">
                  <a16:creationId xmlns:a16="http://schemas.microsoft.com/office/drawing/2014/main" id="{1C525360-557E-4A8E-BCD2-C024FE259B31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" name="btfpColumnIndicator569334">
              <a:extLst>
                <a:ext uri="{FF2B5EF4-FFF2-40B4-BE49-F238E27FC236}">
                  <a16:creationId xmlns:a16="http://schemas.microsoft.com/office/drawing/2014/main" id="{1F06A10D-A618-4239-9AF3-CB340B3F0D24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753287">
              <a:extLst>
                <a:ext uri="{FF2B5EF4-FFF2-40B4-BE49-F238E27FC236}">
                  <a16:creationId xmlns:a16="http://schemas.microsoft.com/office/drawing/2014/main" id="{302265CB-20D4-4592-9402-A72B4FDC03D2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80366AF-D4C5-415B-A593-F7D33035F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 tips for working with the team based on primary styles</a:t>
            </a:r>
          </a:p>
        </p:txBody>
      </p:sp>
      <p:graphicFrame>
        <p:nvGraphicFramePr>
          <p:cNvPr id="16" name="btfpTable139324">
            <a:extLst>
              <a:ext uri="{FF2B5EF4-FFF2-40B4-BE49-F238E27FC236}">
                <a16:creationId xmlns:a16="http://schemas.microsoft.com/office/drawing/2014/main" id="{0B6F50D0-D6B9-460B-BA9A-E5F56D3E53A4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30200" y="1270001"/>
          <a:ext cx="11531600" cy="423672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611416">
                  <a:extLst>
                    <a:ext uri="{9D8B030D-6E8A-4147-A177-3AD203B41FA5}">
                      <a16:colId xmlns:a16="http://schemas.microsoft.com/office/drawing/2014/main" val="3742434855"/>
                    </a:ext>
                  </a:extLst>
                </a:gridCol>
                <a:gridCol w="2480046">
                  <a:extLst>
                    <a:ext uri="{9D8B030D-6E8A-4147-A177-3AD203B41FA5}">
                      <a16:colId xmlns:a16="http://schemas.microsoft.com/office/drawing/2014/main" val="3096254545"/>
                    </a:ext>
                  </a:extLst>
                </a:gridCol>
                <a:gridCol w="2480046">
                  <a:extLst>
                    <a:ext uri="{9D8B030D-6E8A-4147-A177-3AD203B41FA5}">
                      <a16:colId xmlns:a16="http://schemas.microsoft.com/office/drawing/2014/main" val="695132318"/>
                    </a:ext>
                  </a:extLst>
                </a:gridCol>
                <a:gridCol w="2480046">
                  <a:extLst>
                    <a:ext uri="{9D8B030D-6E8A-4147-A177-3AD203B41FA5}">
                      <a16:colId xmlns:a16="http://schemas.microsoft.com/office/drawing/2014/main" val="800620123"/>
                    </a:ext>
                  </a:extLst>
                </a:gridCol>
                <a:gridCol w="2480046">
                  <a:extLst>
                    <a:ext uri="{9D8B030D-6E8A-4147-A177-3AD203B41FA5}">
                      <a16:colId xmlns:a16="http://schemas.microsoft.com/office/drawing/2014/main" val="1296625606"/>
                    </a:ext>
                  </a:extLst>
                </a:gridCol>
              </a:tblGrid>
              <a:tr h="296273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Tx/>
                        <a:buNone/>
                      </a:pPr>
                      <a:endParaRPr lang="en-US" sz="14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“Promoter” (EF)</a:t>
                      </a:r>
                    </a:p>
                  </a:txBody>
                  <a:tcPr anchor="b">
                    <a:solidFill>
                      <a:srgbClr val="4664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“Controller” (ET)</a:t>
                      </a:r>
                    </a:p>
                  </a:txBody>
                  <a:tcPr anchor="b">
                    <a:solidFill>
                      <a:srgbClr val="C6A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“Supporter” (IF)</a:t>
                      </a:r>
                    </a:p>
                  </a:txBody>
                  <a:tcPr anchor="b">
                    <a:solidFill>
                      <a:srgbClr val="973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“Analyzer” (IT)</a:t>
                      </a:r>
                    </a:p>
                  </a:txBody>
                  <a:tcPr anchor="b">
                    <a:solidFill>
                      <a:srgbClr val="5078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146304"/>
                  </a:ext>
                </a:extLst>
              </a:tr>
              <a:tr h="71105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400"/>
                        <a:t>They must be allowed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Get ahead quickly with a fast-moving 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Know the score. </a:t>
                      </a:r>
                      <a:br>
                        <a:rPr lang="en-US" sz="1400">
                          <a:solidFill>
                            <a:srgbClr val="000000"/>
                          </a:solidFill>
                        </a:rPr>
                      </a:b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Get into competitive situations and 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Relax and feel good about the people around them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Not feel cornered or pressured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142318"/>
                  </a:ext>
                </a:extLst>
              </a:tr>
              <a:tr h="71105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400"/>
                        <a:t>They need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/>
                      <a:r>
                        <a:rPr lang="en-US" sz="1400"/>
                        <a:t>Excitement and a sense of 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/>
                      <a:r>
                        <a:rPr lang="en-US" sz="1400"/>
                        <a:t>The point of an argument to be concise and transparent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/>
                      <a:r>
                        <a:rPr lang="en-US" sz="1400"/>
                        <a:t>Inclusion, acknowledgement, and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</a:rPr>
                        <a:t>Substance and detail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98309"/>
                  </a:ext>
                </a:extLst>
              </a:tr>
              <a:tr h="239981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400"/>
                        <a:t>You should make every effort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Get them excited about what they are doing</a:t>
                      </a:r>
                    </a:p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Think about your body language more than your argument</a:t>
                      </a:r>
                    </a:p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Use stories/metaphors – get imagery 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Present a tightly argued case</a:t>
                      </a:r>
                    </a:p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Focus on the bottom-line issue</a:t>
                      </a:r>
                    </a:p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Be extremely well-prepared</a:t>
                      </a:r>
                    </a:p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Be brief – they’ll be impatient to turn their attention elsewhere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Build rapport with them</a:t>
                      </a:r>
                    </a:p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Relate to them so they will relate to you</a:t>
                      </a:r>
                    </a:p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Be patient in building a relationship of trust</a:t>
                      </a:r>
                    </a:p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Be straight with them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dk1"/>
                          </a:solidFill>
                        </a:rPr>
                        <a:t>Show them great analysis</a:t>
                      </a:r>
                    </a:p>
                    <a:p>
                      <a:r>
                        <a:rPr lang="en-US" sz="1400">
                          <a:solidFill>
                            <a:schemeClr val="dk1"/>
                          </a:solidFill>
                        </a:rPr>
                        <a:t>Dot your i’s and cross your t’s</a:t>
                      </a:r>
                    </a:p>
                    <a:p>
                      <a:r>
                        <a:rPr lang="en-US" sz="1400">
                          <a:solidFill>
                            <a:schemeClr val="dk1"/>
                          </a:solidFill>
                        </a:rPr>
                        <a:t>Do not hurry them – they’ll need time to digest material</a:t>
                      </a:r>
                    </a:p>
                    <a:p>
                      <a:r>
                        <a:rPr lang="en-US" sz="1400">
                          <a:solidFill>
                            <a:schemeClr val="dk1"/>
                          </a:solidFill>
                        </a:rPr>
                        <a:t>Be ready to answer questions as they seek clarification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932653"/>
                  </a:ext>
                </a:extLst>
              </a:tr>
            </a:tbl>
          </a:graphicData>
        </a:graphic>
      </p:graphicFrame>
      <p:grpSp>
        <p:nvGrpSpPr>
          <p:cNvPr id="13" name="btfpRunningAgenda2Level311068">
            <a:extLst>
              <a:ext uri="{FF2B5EF4-FFF2-40B4-BE49-F238E27FC236}">
                <a16:creationId xmlns:a16="http://schemas.microsoft.com/office/drawing/2014/main" id="{A568EF79-53D6-61B5-19D1-5E012555B90F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0" y="944429"/>
            <a:ext cx="4469842" cy="257443"/>
            <a:chOff x="0" y="876300"/>
            <a:chExt cx="4469842" cy="257443"/>
          </a:xfrm>
        </p:grpSpPr>
        <p:sp>
          <p:nvSpPr>
            <p:cNvPr id="14" name="btfpRunningAgenda2LevelBarLeft311068">
              <a:extLst>
                <a:ext uri="{FF2B5EF4-FFF2-40B4-BE49-F238E27FC236}">
                  <a16:creationId xmlns:a16="http://schemas.microsoft.com/office/drawing/2014/main" id="{6A0B196A-2329-FC64-F109-52ABB676228A}"/>
                </a:ext>
              </a:extLst>
            </p:cNvPr>
            <p:cNvSpPr/>
            <p:nvPr/>
          </p:nvSpPr>
          <p:spPr bwMode="gray">
            <a:xfrm>
              <a:off x="0" y="876300"/>
              <a:ext cx="4469842" cy="257443"/>
            </a:xfrm>
            <a:custGeom>
              <a:avLst/>
              <a:gdLst/>
              <a:ahLst/>
              <a:cxnLst/>
              <a:rect l="0" t="0" r="0" b="0"/>
              <a:pathLst>
                <a:path w="4469842" h="257443">
                  <a:moveTo>
                    <a:pt x="0" y="0"/>
                  </a:moveTo>
                  <a:lnTo>
                    <a:pt x="4469841" y="0"/>
                  </a:lnTo>
                  <a:lnTo>
                    <a:pt x="4415120" y="257442"/>
                  </a:lnTo>
                  <a:lnTo>
                    <a:pt x="0" y="257442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btfpRunningAgenda2LevelTextLeft311068">
              <a:extLst>
                <a:ext uri="{FF2B5EF4-FFF2-40B4-BE49-F238E27FC236}">
                  <a16:creationId xmlns:a16="http://schemas.microsoft.com/office/drawing/2014/main" id="{A21E4EDA-F00E-DC1E-1EAB-34B899973B6B}"/>
                </a:ext>
              </a:extLst>
            </p:cNvPr>
            <p:cNvSpPr txBox="1"/>
            <p:nvPr/>
          </p:nvSpPr>
          <p:spPr bwMode="gray">
            <a:xfrm>
              <a:off x="0" y="876300"/>
              <a:ext cx="4415120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all" spc="45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Getting to know the team</a:t>
              </a:r>
            </a:p>
          </p:txBody>
        </p:sp>
      </p:grpSp>
      <p:sp>
        <p:nvSpPr>
          <p:cNvPr id="17" name="CommentBox">
            <a:extLst>
              <a:ext uri="{FF2B5EF4-FFF2-40B4-BE49-F238E27FC236}">
                <a16:creationId xmlns:a16="http://schemas.microsoft.com/office/drawing/2014/main" id="{FE4D4B55-8F3C-EBF3-2528-8325E2AB8E7D}"/>
              </a:ext>
            </a:extLst>
          </p:cNvPr>
          <p:cNvSpPr/>
          <p:nvPr/>
        </p:nvSpPr>
        <p:spPr bwMode="gray">
          <a:xfrm>
            <a:off x="9969500" y="0"/>
            <a:ext cx="2222500" cy="1016000"/>
          </a:xfrm>
          <a:prstGeom prst="wedgeRoundRectCallout">
            <a:avLst/>
          </a:prstGeom>
          <a:solidFill>
            <a:srgbClr val="006393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AU" sz="1200" b="1" dirty="0" err="1">
                <a:solidFill>
                  <a:srgbClr val="FFFFFF"/>
                </a:solidFill>
                <a:latin typeface="Arial" panose="020B0604020202020204" pitchFamily="34" charset="0"/>
              </a:rPr>
              <a:t>MichelleF</a:t>
            </a:r>
            <a:r>
              <a:rPr lang="en-AU" sz="1200" b="1" dirty="0">
                <a:solidFill>
                  <a:srgbClr val="FFFFFF"/>
                </a:solidFill>
                <a:latin typeface="Arial" panose="020B0604020202020204" pitchFamily="34" charset="0"/>
              </a:rPr>
              <a:t>: OPTIONAL?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4723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hink-cell data - do not delete" hidden="1">
            <a:extLst>
              <a:ext uri="{FF2B5EF4-FFF2-40B4-BE49-F238E27FC236}">
                <a16:creationId xmlns:a16="http://schemas.microsoft.com/office/drawing/2014/main" id="{C0353741-2FB4-7AF0-BDCD-F071BDD2E8E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614280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606" imgH="608" progId="TCLayout.ActiveDocument.1">
                  <p:embed/>
                </p:oleObj>
              </mc:Choice>
              <mc:Fallback>
                <p:oleObj name="think-cell Slide" r:id="rId14" imgW="606" imgH="608" progId="TCLayout.ActiveDocument.1">
                  <p:embed/>
                  <p:pic>
                    <p:nvPicPr>
                      <p:cNvPr id="1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353741-2FB4-7AF0-BDCD-F071BDD2E8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" name="btfpColumnIndicatorGroup2">
            <a:extLst>
              <a:ext uri="{FF2B5EF4-FFF2-40B4-BE49-F238E27FC236}">
                <a16:creationId xmlns:a16="http://schemas.microsoft.com/office/drawing/2014/main" id="{B7B4DB91-0913-4935-BC8B-C62FE662F22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60" name="btfpColumnGapBlocker495361">
              <a:extLst>
                <a:ext uri="{FF2B5EF4-FFF2-40B4-BE49-F238E27FC236}">
                  <a16:creationId xmlns:a16="http://schemas.microsoft.com/office/drawing/2014/main" id="{007467E4-2668-4DCC-BDFA-5728AEB60B0E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5" name="btfpColumnGapBlocker735702">
              <a:extLst>
                <a:ext uri="{FF2B5EF4-FFF2-40B4-BE49-F238E27FC236}">
                  <a16:creationId xmlns:a16="http://schemas.microsoft.com/office/drawing/2014/main" id="{FC8A3694-0977-4C84-8AC5-073F8529B514}"/>
                </a:ext>
              </a:extLst>
            </p:cNvPr>
            <p:cNvSpPr/>
            <p:nvPr/>
          </p:nvSpPr>
          <p:spPr bwMode="gray">
            <a:xfrm>
              <a:off x="9447371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3" name="btfpColumnIndicator904672">
              <a:extLst>
                <a:ext uri="{FF2B5EF4-FFF2-40B4-BE49-F238E27FC236}">
                  <a16:creationId xmlns:a16="http://schemas.microsoft.com/office/drawing/2014/main" id="{6DF60A72-1401-40E4-A1E5-0157E8C1F4FF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btfpColumnIndicator419227">
              <a:extLst>
                <a:ext uri="{FF2B5EF4-FFF2-40B4-BE49-F238E27FC236}">
                  <a16:creationId xmlns:a16="http://schemas.microsoft.com/office/drawing/2014/main" id="{869D77A9-90AB-4C00-86A9-E739467C3E1B}"/>
                </a:ext>
              </a:extLst>
            </p:cNvPr>
            <p:cNvCxnSpPr/>
            <p:nvPr/>
          </p:nvCxnSpPr>
          <p:spPr bwMode="gray">
            <a:xfrm flipV="1">
              <a:off x="9987915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btfpColumnGapBlocker207864">
              <a:extLst>
                <a:ext uri="{FF2B5EF4-FFF2-40B4-BE49-F238E27FC236}">
                  <a16:creationId xmlns:a16="http://schemas.microsoft.com/office/drawing/2014/main" id="{D96B7547-344A-45E8-A6CD-E096F4966739}"/>
                </a:ext>
              </a:extLst>
            </p:cNvPr>
            <p:cNvSpPr/>
            <p:nvPr/>
          </p:nvSpPr>
          <p:spPr bwMode="gray">
            <a:xfrm>
              <a:off x="7032943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7" name="btfpColumnIndicator769383">
              <a:extLst>
                <a:ext uri="{FF2B5EF4-FFF2-40B4-BE49-F238E27FC236}">
                  <a16:creationId xmlns:a16="http://schemas.microsoft.com/office/drawing/2014/main" id="{B5DD6AD3-EA85-4776-A4C4-F657C2E410FE}"/>
                </a:ext>
              </a:extLst>
            </p:cNvPr>
            <p:cNvCxnSpPr/>
            <p:nvPr/>
          </p:nvCxnSpPr>
          <p:spPr bwMode="gray">
            <a:xfrm flipV="1">
              <a:off x="944737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btfpColumnIndicator850226">
              <a:extLst>
                <a:ext uri="{FF2B5EF4-FFF2-40B4-BE49-F238E27FC236}">
                  <a16:creationId xmlns:a16="http://schemas.microsoft.com/office/drawing/2014/main" id="{5A27A721-8BC6-4CE4-8BB9-4F6E64FF5B84}"/>
                </a:ext>
              </a:extLst>
            </p:cNvPr>
            <p:cNvCxnSpPr/>
            <p:nvPr/>
          </p:nvCxnSpPr>
          <p:spPr bwMode="gray">
            <a:xfrm flipV="1">
              <a:off x="7573487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btfpColumnGapBlocker136299">
              <a:extLst>
                <a:ext uri="{FF2B5EF4-FFF2-40B4-BE49-F238E27FC236}">
                  <a16:creationId xmlns:a16="http://schemas.microsoft.com/office/drawing/2014/main" id="{FB81882D-5A4F-4904-A92C-1919F1E577D6}"/>
                </a:ext>
              </a:extLst>
            </p:cNvPr>
            <p:cNvSpPr/>
            <p:nvPr/>
          </p:nvSpPr>
          <p:spPr bwMode="gray">
            <a:xfrm>
              <a:off x="461851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29" name="btfpColumnIndicator525021">
              <a:extLst>
                <a:ext uri="{FF2B5EF4-FFF2-40B4-BE49-F238E27FC236}">
                  <a16:creationId xmlns:a16="http://schemas.microsoft.com/office/drawing/2014/main" id="{0BB9152E-19EE-4B3F-9A16-D9F53B034DD4}"/>
                </a:ext>
              </a:extLst>
            </p:cNvPr>
            <p:cNvCxnSpPr/>
            <p:nvPr/>
          </p:nvCxnSpPr>
          <p:spPr bwMode="gray">
            <a:xfrm flipV="1">
              <a:off x="7032943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203287">
              <a:extLst>
                <a:ext uri="{FF2B5EF4-FFF2-40B4-BE49-F238E27FC236}">
                  <a16:creationId xmlns:a16="http://schemas.microsoft.com/office/drawing/2014/main" id="{935EB73E-A1B9-4B8C-BC49-D7A27C4F56AE}"/>
                </a:ext>
              </a:extLst>
            </p:cNvPr>
            <p:cNvCxnSpPr/>
            <p:nvPr/>
          </p:nvCxnSpPr>
          <p:spPr bwMode="gray">
            <a:xfrm flipV="1">
              <a:off x="515905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btfpColumnGapBlocker366154">
              <a:extLst>
                <a:ext uri="{FF2B5EF4-FFF2-40B4-BE49-F238E27FC236}">
                  <a16:creationId xmlns:a16="http://schemas.microsoft.com/office/drawing/2014/main" id="{DAE72615-7099-48C1-BC1B-36085C2A9929}"/>
                </a:ext>
              </a:extLst>
            </p:cNvPr>
            <p:cNvSpPr/>
            <p:nvPr/>
          </p:nvSpPr>
          <p:spPr bwMode="gray">
            <a:xfrm>
              <a:off x="2204085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btfpColumnIndicator775969">
              <a:extLst>
                <a:ext uri="{FF2B5EF4-FFF2-40B4-BE49-F238E27FC236}">
                  <a16:creationId xmlns:a16="http://schemas.microsoft.com/office/drawing/2014/main" id="{928C7FCB-1D33-4D85-8D86-07AD548D004A}"/>
                </a:ext>
              </a:extLst>
            </p:cNvPr>
            <p:cNvCxnSpPr/>
            <p:nvPr/>
          </p:nvCxnSpPr>
          <p:spPr bwMode="gray">
            <a:xfrm flipV="1">
              <a:off x="461851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652819">
              <a:extLst>
                <a:ext uri="{FF2B5EF4-FFF2-40B4-BE49-F238E27FC236}">
                  <a16:creationId xmlns:a16="http://schemas.microsoft.com/office/drawing/2014/main" id="{55E03A21-916E-4033-B5A7-7186984327F3}"/>
                </a:ext>
              </a:extLst>
            </p:cNvPr>
            <p:cNvCxnSpPr/>
            <p:nvPr/>
          </p:nvCxnSpPr>
          <p:spPr bwMode="gray">
            <a:xfrm flipV="1">
              <a:off x="2744629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btfpColumnGapBlocker532988">
              <a:extLst>
                <a:ext uri="{FF2B5EF4-FFF2-40B4-BE49-F238E27FC236}">
                  <a16:creationId xmlns:a16="http://schemas.microsoft.com/office/drawing/2014/main" id="{8D65006E-2BB0-4065-9111-AB1C7A8F1B58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7" name="btfpColumnIndicator433013">
              <a:extLst>
                <a:ext uri="{FF2B5EF4-FFF2-40B4-BE49-F238E27FC236}">
                  <a16:creationId xmlns:a16="http://schemas.microsoft.com/office/drawing/2014/main" id="{84989EC1-CDF6-43EF-B3AE-AE5D409A6EA2}"/>
                </a:ext>
              </a:extLst>
            </p:cNvPr>
            <p:cNvCxnSpPr/>
            <p:nvPr/>
          </p:nvCxnSpPr>
          <p:spPr bwMode="gray">
            <a:xfrm flipV="1">
              <a:off x="2204085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191586">
              <a:extLst>
                <a:ext uri="{FF2B5EF4-FFF2-40B4-BE49-F238E27FC236}">
                  <a16:creationId xmlns:a16="http://schemas.microsoft.com/office/drawing/2014/main" id="{D5D697AE-8A24-42FB-BEEF-9A40FD07B506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btfpColumnIndicatorGroup1">
            <a:extLst>
              <a:ext uri="{FF2B5EF4-FFF2-40B4-BE49-F238E27FC236}">
                <a16:creationId xmlns:a16="http://schemas.microsoft.com/office/drawing/2014/main" id="{A51FF7DD-810E-4E7F-BCDC-53FB1E63B06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56" name="btfpColumnGapBlocker133395">
              <a:extLst>
                <a:ext uri="{FF2B5EF4-FFF2-40B4-BE49-F238E27FC236}">
                  <a16:creationId xmlns:a16="http://schemas.microsoft.com/office/drawing/2014/main" id="{818269F1-B947-42B1-8CC7-BB24988DC63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4" name="btfpColumnGapBlocker535261">
              <a:extLst>
                <a:ext uri="{FF2B5EF4-FFF2-40B4-BE49-F238E27FC236}">
                  <a16:creationId xmlns:a16="http://schemas.microsoft.com/office/drawing/2014/main" id="{335C1FFF-D85C-4648-BF93-58AA2CF96318}"/>
                </a:ext>
              </a:extLst>
            </p:cNvPr>
            <p:cNvSpPr/>
            <p:nvPr/>
          </p:nvSpPr>
          <p:spPr bwMode="gray">
            <a:xfrm>
              <a:off x="9447371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2" name="btfpColumnIndicator663081">
              <a:extLst>
                <a:ext uri="{FF2B5EF4-FFF2-40B4-BE49-F238E27FC236}">
                  <a16:creationId xmlns:a16="http://schemas.microsoft.com/office/drawing/2014/main" id="{899F0791-D196-46DF-9681-D7C54FBB5E49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btfpColumnIndicator385309">
              <a:extLst>
                <a:ext uri="{FF2B5EF4-FFF2-40B4-BE49-F238E27FC236}">
                  <a16:creationId xmlns:a16="http://schemas.microsoft.com/office/drawing/2014/main" id="{C47016A1-54A8-4D74-9D9B-2141E4D1E7E6}"/>
                </a:ext>
              </a:extLst>
            </p:cNvPr>
            <p:cNvCxnSpPr/>
            <p:nvPr/>
          </p:nvCxnSpPr>
          <p:spPr bwMode="gray">
            <a:xfrm flipV="1">
              <a:off x="9987915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btfpColumnGapBlocker530664">
              <a:extLst>
                <a:ext uri="{FF2B5EF4-FFF2-40B4-BE49-F238E27FC236}">
                  <a16:creationId xmlns:a16="http://schemas.microsoft.com/office/drawing/2014/main" id="{BBA56ADB-A225-40E1-B79E-805B6A0091F2}"/>
                </a:ext>
              </a:extLst>
            </p:cNvPr>
            <p:cNvSpPr/>
            <p:nvPr/>
          </p:nvSpPr>
          <p:spPr bwMode="gray">
            <a:xfrm>
              <a:off x="7032943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6" name="btfpColumnIndicator275330">
              <a:extLst>
                <a:ext uri="{FF2B5EF4-FFF2-40B4-BE49-F238E27FC236}">
                  <a16:creationId xmlns:a16="http://schemas.microsoft.com/office/drawing/2014/main" id="{26CFD514-B09B-4015-90DD-7A46DC84C617}"/>
                </a:ext>
              </a:extLst>
            </p:cNvPr>
            <p:cNvCxnSpPr/>
            <p:nvPr/>
          </p:nvCxnSpPr>
          <p:spPr bwMode="gray">
            <a:xfrm flipV="1">
              <a:off x="944737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btfpColumnIndicator739227">
              <a:extLst>
                <a:ext uri="{FF2B5EF4-FFF2-40B4-BE49-F238E27FC236}">
                  <a16:creationId xmlns:a16="http://schemas.microsoft.com/office/drawing/2014/main" id="{C093DE02-7BDB-48D0-B190-3B90E39985FE}"/>
                </a:ext>
              </a:extLst>
            </p:cNvPr>
            <p:cNvCxnSpPr/>
            <p:nvPr/>
          </p:nvCxnSpPr>
          <p:spPr bwMode="gray">
            <a:xfrm flipV="1">
              <a:off x="7573487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tfpColumnGapBlocker572519">
              <a:extLst>
                <a:ext uri="{FF2B5EF4-FFF2-40B4-BE49-F238E27FC236}">
                  <a16:creationId xmlns:a16="http://schemas.microsoft.com/office/drawing/2014/main" id="{CF44DA4C-7CEA-4AE8-B9FA-BD799D9F6856}"/>
                </a:ext>
              </a:extLst>
            </p:cNvPr>
            <p:cNvSpPr/>
            <p:nvPr/>
          </p:nvSpPr>
          <p:spPr bwMode="gray">
            <a:xfrm>
              <a:off x="461851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28" name="btfpColumnIndicator399192">
              <a:extLst>
                <a:ext uri="{FF2B5EF4-FFF2-40B4-BE49-F238E27FC236}">
                  <a16:creationId xmlns:a16="http://schemas.microsoft.com/office/drawing/2014/main" id="{DFA572CD-371B-4DA6-B37F-6D6B8E603BA2}"/>
                </a:ext>
              </a:extLst>
            </p:cNvPr>
            <p:cNvCxnSpPr/>
            <p:nvPr/>
          </p:nvCxnSpPr>
          <p:spPr bwMode="gray">
            <a:xfrm flipV="1">
              <a:off x="7032943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btfpColumnIndicator288067">
              <a:extLst>
                <a:ext uri="{FF2B5EF4-FFF2-40B4-BE49-F238E27FC236}">
                  <a16:creationId xmlns:a16="http://schemas.microsoft.com/office/drawing/2014/main" id="{B5062531-34A0-4275-8828-FFCCBBC90614}"/>
                </a:ext>
              </a:extLst>
            </p:cNvPr>
            <p:cNvCxnSpPr/>
            <p:nvPr/>
          </p:nvCxnSpPr>
          <p:spPr bwMode="gray">
            <a:xfrm flipV="1">
              <a:off x="515905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btfpColumnGapBlocker992226">
              <a:extLst>
                <a:ext uri="{FF2B5EF4-FFF2-40B4-BE49-F238E27FC236}">
                  <a16:creationId xmlns:a16="http://schemas.microsoft.com/office/drawing/2014/main" id="{B510B4DF-305A-451C-9EA5-186565194CE5}"/>
                </a:ext>
              </a:extLst>
            </p:cNvPr>
            <p:cNvSpPr/>
            <p:nvPr/>
          </p:nvSpPr>
          <p:spPr bwMode="gray">
            <a:xfrm>
              <a:off x="2204085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2" name="btfpColumnIndicator158108">
              <a:extLst>
                <a:ext uri="{FF2B5EF4-FFF2-40B4-BE49-F238E27FC236}">
                  <a16:creationId xmlns:a16="http://schemas.microsoft.com/office/drawing/2014/main" id="{AEED8D4D-C5A3-4EB7-A15A-DC48028F534D}"/>
                </a:ext>
              </a:extLst>
            </p:cNvPr>
            <p:cNvCxnSpPr/>
            <p:nvPr/>
          </p:nvCxnSpPr>
          <p:spPr bwMode="gray">
            <a:xfrm flipV="1">
              <a:off x="461851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616724">
              <a:extLst>
                <a:ext uri="{FF2B5EF4-FFF2-40B4-BE49-F238E27FC236}">
                  <a16:creationId xmlns:a16="http://schemas.microsoft.com/office/drawing/2014/main" id="{9ED30D97-2200-44D1-A30A-141229782AA0}"/>
                </a:ext>
              </a:extLst>
            </p:cNvPr>
            <p:cNvCxnSpPr/>
            <p:nvPr/>
          </p:nvCxnSpPr>
          <p:spPr bwMode="gray">
            <a:xfrm flipV="1">
              <a:off x="2744629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btfpColumnGapBlocker684411">
              <a:extLst>
                <a:ext uri="{FF2B5EF4-FFF2-40B4-BE49-F238E27FC236}">
                  <a16:creationId xmlns:a16="http://schemas.microsoft.com/office/drawing/2014/main" id="{1F4CA795-93AE-45AA-8FA5-D4109E889E8D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6" name="btfpColumnIndicator452666">
              <a:extLst>
                <a:ext uri="{FF2B5EF4-FFF2-40B4-BE49-F238E27FC236}">
                  <a16:creationId xmlns:a16="http://schemas.microsoft.com/office/drawing/2014/main" id="{29BE862B-4980-42F3-A2C3-918F52E3894F}"/>
                </a:ext>
              </a:extLst>
            </p:cNvPr>
            <p:cNvCxnSpPr/>
            <p:nvPr/>
          </p:nvCxnSpPr>
          <p:spPr bwMode="gray">
            <a:xfrm flipV="1">
              <a:off x="2204085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219683">
              <a:extLst>
                <a:ext uri="{FF2B5EF4-FFF2-40B4-BE49-F238E27FC236}">
                  <a16:creationId xmlns:a16="http://schemas.microsoft.com/office/drawing/2014/main" id="{06FEA1C8-3530-45ED-8A97-0C7446224AB7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Agenda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2829868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overall_0_132567767537723862 columns_5_132567882186792568 6_0_132581415226078729 8_1_132567764269829236 11_1_132567764269985124 14_1_132567764269985124 16_1_132567764785493229 64_1_132567766292909142 19_1_132567766292909142 20_1_132567766292909142 25_1_132567881147817775 42_1_132567882145479066 46_1_132567883367653807 49_1_132567883367653807 52_1_132567883367718864 55_1_132567883367718864 59_1_132567883367718864 23_1_132581545824502827 </a:t>
            </a:r>
            <a:endParaRPr kumimoji="0" lang="en-GB" sz="100" b="0" i="0" u="none" strike="noStrike" kern="1200" cap="none" spc="0" normalizeH="0" baseline="0" noProof="0" err="1">
              <a:ln>
                <a:noFill/>
              </a:ln>
              <a:solidFill>
                <a:srgbClr val="FFFFFF">
                  <a:alpha val="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btfpBulletedList981348"/>
          <p:cNvSpPr txBox="1"/>
          <p:nvPr>
            <p:custDataLst>
              <p:tags r:id="rId3"/>
            </p:custDataLst>
          </p:nvPr>
        </p:nvSpPr>
        <p:spPr bwMode="gray">
          <a:xfrm>
            <a:off x="5155161" y="1785152"/>
            <a:ext cx="6704014" cy="680562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 introductions 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Personal profiles, including working style and personal priorities</a:t>
            </a:r>
          </a:p>
        </p:txBody>
      </p:sp>
      <p:sp>
        <p:nvSpPr>
          <p:cNvPr id="19" name="btfpBulletedList981348"/>
          <p:cNvSpPr txBox="1"/>
          <p:nvPr>
            <p:custDataLst>
              <p:tags r:id="rId4"/>
            </p:custDataLst>
          </p:nvPr>
        </p:nvSpPr>
        <p:spPr bwMode="gray">
          <a:xfrm>
            <a:off x="5157788" y="4160833"/>
            <a:ext cx="6708267" cy="1403837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 norms guidance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norms dimensions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Tactical team logistics and next steps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5" name="btfpRowHeaderBox194268"/>
          <p:cNvGrpSpPr/>
          <p:nvPr>
            <p:custDataLst>
              <p:tags r:id="rId5"/>
            </p:custDataLst>
          </p:nvPr>
        </p:nvGrpSpPr>
        <p:grpSpPr>
          <a:xfrm>
            <a:off x="635266" y="1747192"/>
            <a:ext cx="3982772" cy="972979"/>
            <a:chOff x="510913" y="4609578"/>
            <a:chExt cx="2359287" cy="972979"/>
          </a:xfrm>
        </p:grpSpPr>
        <p:sp>
          <p:nvSpPr>
            <p:cNvPr id="21" name="btfpRowHeaderBoxText194268"/>
            <p:cNvSpPr txBox="1"/>
            <p:nvPr/>
          </p:nvSpPr>
          <p:spPr bwMode="gray">
            <a:xfrm>
              <a:off x="510913" y="4609578"/>
              <a:ext cx="2359287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Getting to know the team</a:t>
              </a:r>
            </a:p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(10 minutes) </a:t>
              </a:r>
            </a:p>
          </p:txBody>
        </p:sp>
        <p:cxnSp>
          <p:nvCxnSpPr>
            <p:cNvPr id="24" name="btfpRowHeaderBoxLine194268"/>
            <p:cNvCxnSpPr/>
            <p:nvPr/>
          </p:nvCxnSpPr>
          <p:spPr bwMode="gray">
            <a:xfrm>
              <a:off x="2870200" y="4609578"/>
              <a:ext cx="0" cy="972979"/>
            </a:xfrm>
            <a:prstGeom prst="line">
              <a:avLst/>
            </a:prstGeom>
            <a:ln w="152400" cap="flat">
              <a:solidFill>
                <a:srgbClr val="CC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btfpRowHeaderBox194268"/>
          <p:cNvGrpSpPr/>
          <p:nvPr>
            <p:custDataLst>
              <p:tags r:id="rId6"/>
            </p:custDataLst>
          </p:nvPr>
        </p:nvGrpSpPr>
        <p:grpSpPr>
          <a:xfrm>
            <a:off x="635266" y="4162257"/>
            <a:ext cx="3982772" cy="1040775"/>
            <a:chOff x="510913" y="4609578"/>
            <a:chExt cx="2359287" cy="972979"/>
          </a:xfrm>
        </p:grpSpPr>
        <p:sp>
          <p:nvSpPr>
            <p:cNvPr id="35" name="btfpRowHeaderBoxText194268"/>
            <p:cNvSpPr txBox="1"/>
            <p:nvPr/>
          </p:nvSpPr>
          <p:spPr bwMode="gray">
            <a:xfrm>
              <a:off x="510913" y="4609578"/>
              <a:ext cx="2359287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Aligning on norms and expectations</a:t>
              </a:r>
            </a:p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(25 minutes)</a:t>
              </a:r>
            </a:p>
          </p:txBody>
        </p:sp>
        <p:cxnSp>
          <p:nvCxnSpPr>
            <p:cNvPr id="36" name="btfpRowHeaderBoxLine194268"/>
            <p:cNvCxnSpPr/>
            <p:nvPr/>
          </p:nvCxnSpPr>
          <p:spPr bwMode="gray">
            <a:xfrm>
              <a:off x="2870200" y="4609578"/>
              <a:ext cx="0" cy="972979"/>
            </a:xfrm>
            <a:prstGeom prst="line">
              <a:avLst/>
            </a:prstGeom>
            <a:ln w="152400" cap="flat">
              <a:solidFill>
                <a:srgbClr val="CC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btfpNumberBubble470709"/>
          <p:cNvSpPr/>
          <p:nvPr/>
        </p:nvSpPr>
        <p:spPr bwMode="gray">
          <a:xfrm>
            <a:off x="317765" y="1747192"/>
            <a:ext cx="317500" cy="317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grpSp>
        <p:nvGrpSpPr>
          <p:cNvPr id="59" name="btfpColumnHeaderBox815429"/>
          <p:cNvGrpSpPr/>
          <p:nvPr>
            <p:custDataLst>
              <p:tags r:id="rId7"/>
            </p:custDataLst>
          </p:nvPr>
        </p:nvGrpSpPr>
        <p:grpSpPr>
          <a:xfrm>
            <a:off x="330200" y="1270000"/>
            <a:ext cx="4287838" cy="318997"/>
            <a:chOff x="330200" y="1270000"/>
            <a:chExt cx="1873885" cy="318997"/>
          </a:xfrm>
        </p:grpSpPr>
        <p:sp>
          <p:nvSpPr>
            <p:cNvPr id="57" name="btfpColumnHeaderBoxText815429"/>
            <p:cNvSpPr txBox="1"/>
            <p:nvPr/>
          </p:nvSpPr>
          <p:spPr bwMode="gray">
            <a:xfrm>
              <a:off x="330200" y="1270000"/>
              <a:ext cx="1873885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Key objectives</a:t>
              </a:r>
            </a:p>
          </p:txBody>
        </p:sp>
        <p:cxnSp>
          <p:nvCxnSpPr>
            <p:cNvPr id="58" name="btfpColumnHeaderBoxLine815429"/>
            <p:cNvCxnSpPr/>
            <p:nvPr/>
          </p:nvCxnSpPr>
          <p:spPr bwMode="gray">
            <a:xfrm>
              <a:off x="330200" y="1588997"/>
              <a:ext cx="1873885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btfpColumnHeaderBox101423"/>
          <p:cNvGrpSpPr/>
          <p:nvPr>
            <p:custDataLst>
              <p:tags r:id="rId8"/>
            </p:custDataLst>
          </p:nvPr>
        </p:nvGrpSpPr>
        <p:grpSpPr>
          <a:xfrm>
            <a:off x="5155161" y="1270000"/>
            <a:ext cx="6701877" cy="318997"/>
            <a:chOff x="2744629" y="1270000"/>
            <a:chExt cx="1873885" cy="318997"/>
          </a:xfrm>
        </p:grpSpPr>
        <p:sp>
          <p:nvSpPr>
            <p:cNvPr id="62" name="btfpColumnHeaderBoxText101423"/>
            <p:cNvSpPr txBox="1"/>
            <p:nvPr/>
          </p:nvSpPr>
          <p:spPr bwMode="gray">
            <a:xfrm>
              <a:off x="2744629" y="1270000"/>
              <a:ext cx="1873885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Kick-off components included in Best Case Experience toolkit</a:t>
              </a:r>
            </a:p>
          </p:txBody>
        </p:sp>
        <p:cxnSp>
          <p:nvCxnSpPr>
            <p:cNvPr id="63" name="btfpColumnHeaderBoxLine101423"/>
            <p:cNvCxnSpPr/>
            <p:nvPr/>
          </p:nvCxnSpPr>
          <p:spPr bwMode="gray">
            <a:xfrm>
              <a:off x="2744629" y="1588997"/>
              <a:ext cx="1873885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btfpNumberBubble470709"/>
          <p:cNvSpPr/>
          <p:nvPr/>
        </p:nvSpPr>
        <p:spPr bwMode="gray">
          <a:xfrm>
            <a:off x="317765" y="2878365"/>
            <a:ext cx="317500" cy="317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66" name="btfpNumberBubble470709"/>
          <p:cNvSpPr/>
          <p:nvPr/>
        </p:nvSpPr>
        <p:spPr bwMode="gray">
          <a:xfrm>
            <a:off x="317765" y="4159573"/>
            <a:ext cx="317500" cy="317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68" name="btfpBulletedList981348">
            <a:extLst>
              <a:ext uri="{FF2B5EF4-FFF2-40B4-BE49-F238E27FC236}">
                <a16:creationId xmlns:a16="http://schemas.microsoft.com/office/drawing/2014/main" id="{7B46A7B6-CA7F-AF01-D6A4-0F2E2F605EAC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gray">
          <a:xfrm>
            <a:off x="5157788" y="2885091"/>
            <a:ext cx="6704012" cy="1042199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Background, context and overall objective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Duration, scope and key deliverables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 set-up: Roles and responsibilities</a:t>
            </a:r>
          </a:p>
        </p:txBody>
      </p:sp>
      <p:grpSp>
        <p:nvGrpSpPr>
          <p:cNvPr id="69" name="btfpRowHeaderBox194268">
            <a:extLst>
              <a:ext uri="{FF2B5EF4-FFF2-40B4-BE49-F238E27FC236}">
                <a16:creationId xmlns:a16="http://schemas.microsoft.com/office/drawing/2014/main" id="{B439C770-63A4-0A01-0B70-157A19112CC6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35266" y="2885091"/>
            <a:ext cx="3982772" cy="1112246"/>
            <a:chOff x="510913" y="4609578"/>
            <a:chExt cx="2359287" cy="972979"/>
          </a:xfrm>
        </p:grpSpPr>
        <p:sp>
          <p:nvSpPr>
            <p:cNvPr id="70" name="btfpRowHeaderBoxText194268">
              <a:extLst>
                <a:ext uri="{FF2B5EF4-FFF2-40B4-BE49-F238E27FC236}">
                  <a16:creationId xmlns:a16="http://schemas.microsoft.com/office/drawing/2014/main" id="{EF309D76-0863-4419-BA4D-05030363B321}"/>
                </a:ext>
              </a:extLst>
            </p:cNvPr>
            <p:cNvSpPr txBox="1"/>
            <p:nvPr/>
          </p:nvSpPr>
          <p:spPr bwMode="gray">
            <a:xfrm>
              <a:off x="510913" y="4609578"/>
              <a:ext cx="2359287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Sharing the context and the plan</a:t>
              </a:r>
            </a:p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(25 minutes)</a:t>
              </a:r>
            </a:p>
          </p:txBody>
        </p:sp>
        <p:cxnSp>
          <p:nvCxnSpPr>
            <p:cNvPr id="71" name="btfpRowHeaderBoxLine194268">
              <a:extLst>
                <a:ext uri="{FF2B5EF4-FFF2-40B4-BE49-F238E27FC236}">
                  <a16:creationId xmlns:a16="http://schemas.microsoft.com/office/drawing/2014/main" id="{EE927B4A-BD49-EEC8-D696-86513435527A}"/>
                </a:ext>
              </a:extLst>
            </p:cNvPr>
            <p:cNvCxnSpPr/>
            <p:nvPr/>
          </p:nvCxnSpPr>
          <p:spPr bwMode="gray">
            <a:xfrm>
              <a:off x="2870200" y="4609578"/>
              <a:ext cx="0" cy="972979"/>
            </a:xfrm>
            <a:prstGeom prst="line">
              <a:avLst/>
            </a:prstGeom>
            <a:ln w="152400" cap="flat">
              <a:solidFill>
                <a:srgbClr val="CC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8C79C448-801F-B370-9202-627D9F930B28}"/>
              </a:ext>
            </a:extLst>
          </p:cNvPr>
          <p:cNvSpPr/>
          <p:nvPr/>
        </p:nvSpPr>
        <p:spPr bwMode="gray">
          <a:xfrm>
            <a:off x="317765" y="2820679"/>
            <a:ext cx="11522073" cy="1179168"/>
          </a:xfrm>
          <a:prstGeom prst="rect">
            <a:avLst/>
          </a:prstGeom>
          <a:noFill/>
          <a:ln w="19050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027E0F3-E875-FDB1-C2A2-B0480862F8FB}"/>
              </a:ext>
            </a:extLst>
          </p:cNvPr>
          <p:cNvSpPr/>
          <p:nvPr/>
        </p:nvSpPr>
        <p:spPr bwMode="gray">
          <a:xfrm>
            <a:off x="9513769" y="3817682"/>
            <a:ext cx="2208179" cy="24106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CC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Focus of this section</a:t>
            </a:r>
          </a:p>
        </p:txBody>
      </p:sp>
      <p:grpSp>
        <p:nvGrpSpPr>
          <p:cNvPr id="17" name="btfpRunningAgenda1Level743991">
            <a:extLst>
              <a:ext uri="{FF2B5EF4-FFF2-40B4-BE49-F238E27FC236}">
                <a16:creationId xmlns:a16="http://schemas.microsoft.com/office/drawing/2014/main" id="{13E9E07D-B3A3-7B41-B837-B1F714804BB3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-1" y="944429"/>
            <a:ext cx="5649909" cy="257442"/>
            <a:chOff x="-1" y="876300"/>
            <a:chExt cx="5649909" cy="257442"/>
          </a:xfrm>
        </p:grpSpPr>
        <p:sp>
          <p:nvSpPr>
            <p:cNvPr id="20" name="btfpRunningAgenda1LevelBarLeft743991">
              <a:extLst>
                <a:ext uri="{FF2B5EF4-FFF2-40B4-BE49-F238E27FC236}">
                  <a16:creationId xmlns:a16="http://schemas.microsoft.com/office/drawing/2014/main" id="{8BE7F96D-9336-58B2-F01E-E7CEB8526130}"/>
                </a:ext>
              </a:extLst>
            </p:cNvPr>
            <p:cNvSpPr/>
            <p:nvPr/>
          </p:nvSpPr>
          <p:spPr bwMode="gray">
            <a:xfrm>
              <a:off x="-1" y="876300"/>
              <a:ext cx="5649909" cy="257442"/>
            </a:xfrm>
            <a:custGeom>
              <a:avLst/>
              <a:gdLst>
                <a:gd name="connsiteX0" fmla="*/ 960419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60419 w 1816204"/>
                <a:gd name="connsiteY0" fmla="*/ 0 h 257442"/>
                <a:gd name="connsiteX1" fmla="*/ 905699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60419 w 960419"/>
                <a:gd name="connsiteY0" fmla="*/ 0 h 257442"/>
                <a:gd name="connsiteX1" fmla="*/ 905699 w 960419"/>
                <a:gd name="connsiteY1" fmla="*/ 257442 h 257442"/>
                <a:gd name="connsiteX2" fmla="*/ 1 w 960419"/>
                <a:gd name="connsiteY2" fmla="*/ 257442 h 257442"/>
                <a:gd name="connsiteX3" fmla="*/ 0 w 960419"/>
                <a:gd name="connsiteY3" fmla="*/ 257442 h 257442"/>
                <a:gd name="connsiteX0" fmla="*/ 960418 w 960418"/>
                <a:gd name="connsiteY0" fmla="*/ 0 h 257442"/>
                <a:gd name="connsiteX1" fmla="*/ 905698 w 960418"/>
                <a:gd name="connsiteY1" fmla="*/ 257442 h 257442"/>
                <a:gd name="connsiteX2" fmla="*/ 0 w 960418"/>
                <a:gd name="connsiteY2" fmla="*/ 257442 h 257442"/>
                <a:gd name="connsiteX3" fmla="*/ 1 w 960418"/>
                <a:gd name="connsiteY3" fmla="*/ 0 h 257442"/>
                <a:gd name="connsiteX0" fmla="*/ 1120719 w 1120719"/>
                <a:gd name="connsiteY0" fmla="*/ 0 h 257442"/>
                <a:gd name="connsiteX1" fmla="*/ 905698 w 1120719"/>
                <a:gd name="connsiteY1" fmla="*/ 257442 h 257442"/>
                <a:gd name="connsiteX2" fmla="*/ 0 w 1120719"/>
                <a:gd name="connsiteY2" fmla="*/ 257442 h 257442"/>
                <a:gd name="connsiteX3" fmla="*/ 1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1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1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425290 w 1425290"/>
                <a:gd name="connsiteY0" fmla="*/ 0 h 257442"/>
                <a:gd name="connsiteX1" fmla="*/ 1065998 w 1425290"/>
                <a:gd name="connsiteY1" fmla="*/ 257442 h 257442"/>
                <a:gd name="connsiteX2" fmla="*/ 0 w 1425290"/>
                <a:gd name="connsiteY2" fmla="*/ 257442 h 257442"/>
                <a:gd name="connsiteX3" fmla="*/ 0 w 1425290"/>
                <a:gd name="connsiteY3" fmla="*/ 0 h 257442"/>
                <a:gd name="connsiteX0" fmla="*/ 1425290 w 1425290"/>
                <a:gd name="connsiteY0" fmla="*/ 0 h 257442"/>
                <a:gd name="connsiteX1" fmla="*/ 1370568 w 1425290"/>
                <a:gd name="connsiteY1" fmla="*/ 257442 h 257442"/>
                <a:gd name="connsiteX2" fmla="*/ 0 w 1425290"/>
                <a:gd name="connsiteY2" fmla="*/ 257442 h 257442"/>
                <a:gd name="connsiteX3" fmla="*/ 0 w 1425290"/>
                <a:gd name="connsiteY3" fmla="*/ 0 h 257442"/>
                <a:gd name="connsiteX0" fmla="*/ 1425291 w 1425291"/>
                <a:gd name="connsiteY0" fmla="*/ 0 h 257442"/>
                <a:gd name="connsiteX1" fmla="*/ 1370569 w 1425291"/>
                <a:gd name="connsiteY1" fmla="*/ 257442 h 257442"/>
                <a:gd name="connsiteX2" fmla="*/ 0 w 1425291"/>
                <a:gd name="connsiteY2" fmla="*/ 257442 h 257442"/>
                <a:gd name="connsiteX3" fmla="*/ 1 w 1425291"/>
                <a:gd name="connsiteY3" fmla="*/ 0 h 257442"/>
                <a:gd name="connsiteX0" fmla="*/ 1425291 w 1425291"/>
                <a:gd name="connsiteY0" fmla="*/ 0 h 257442"/>
                <a:gd name="connsiteX1" fmla="*/ 1370569 w 1425291"/>
                <a:gd name="connsiteY1" fmla="*/ 257442 h 257442"/>
                <a:gd name="connsiteX2" fmla="*/ 0 w 1425291"/>
                <a:gd name="connsiteY2" fmla="*/ 257442 h 257442"/>
                <a:gd name="connsiteX3" fmla="*/ 1 w 1425291"/>
                <a:gd name="connsiteY3" fmla="*/ 0 h 257442"/>
                <a:gd name="connsiteX0" fmla="*/ 1694596 w 1694596"/>
                <a:gd name="connsiteY0" fmla="*/ 0 h 257442"/>
                <a:gd name="connsiteX1" fmla="*/ 1370569 w 1694596"/>
                <a:gd name="connsiteY1" fmla="*/ 257442 h 257442"/>
                <a:gd name="connsiteX2" fmla="*/ 0 w 1694596"/>
                <a:gd name="connsiteY2" fmla="*/ 257442 h 257442"/>
                <a:gd name="connsiteX3" fmla="*/ 1 w 1694596"/>
                <a:gd name="connsiteY3" fmla="*/ 0 h 257442"/>
                <a:gd name="connsiteX0" fmla="*/ 1694596 w 1694596"/>
                <a:gd name="connsiteY0" fmla="*/ 0 h 257442"/>
                <a:gd name="connsiteX1" fmla="*/ 1639874 w 1694596"/>
                <a:gd name="connsiteY1" fmla="*/ 257442 h 257442"/>
                <a:gd name="connsiteX2" fmla="*/ 0 w 1694596"/>
                <a:gd name="connsiteY2" fmla="*/ 257442 h 257442"/>
                <a:gd name="connsiteX3" fmla="*/ 1 w 1694596"/>
                <a:gd name="connsiteY3" fmla="*/ 0 h 257442"/>
                <a:gd name="connsiteX0" fmla="*/ 1694596 w 1694596"/>
                <a:gd name="connsiteY0" fmla="*/ 0 h 257442"/>
                <a:gd name="connsiteX1" fmla="*/ 1639874 w 1694596"/>
                <a:gd name="connsiteY1" fmla="*/ 257442 h 257442"/>
                <a:gd name="connsiteX2" fmla="*/ 0 w 1694596"/>
                <a:gd name="connsiteY2" fmla="*/ 257442 h 257442"/>
                <a:gd name="connsiteX3" fmla="*/ 1 w 1694596"/>
                <a:gd name="connsiteY3" fmla="*/ 0 h 257442"/>
                <a:gd name="connsiteX0" fmla="*/ 1694596 w 1694596"/>
                <a:gd name="connsiteY0" fmla="*/ 0 h 257442"/>
                <a:gd name="connsiteX1" fmla="*/ 1639874 w 1694596"/>
                <a:gd name="connsiteY1" fmla="*/ 257442 h 257442"/>
                <a:gd name="connsiteX2" fmla="*/ 0 w 1694596"/>
                <a:gd name="connsiteY2" fmla="*/ 257442 h 257442"/>
                <a:gd name="connsiteX3" fmla="*/ 0 w 1694596"/>
                <a:gd name="connsiteY3" fmla="*/ 0 h 257442"/>
                <a:gd name="connsiteX0" fmla="*/ 1872527 w 1872527"/>
                <a:gd name="connsiteY0" fmla="*/ 0 h 257442"/>
                <a:gd name="connsiteX1" fmla="*/ 1639874 w 1872527"/>
                <a:gd name="connsiteY1" fmla="*/ 257442 h 257442"/>
                <a:gd name="connsiteX2" fmla="*/ 0 w 1872527"/>
                <a:gd name="connsiteY2" fmla="*/ 257442 h 257442"/>
                <a:gd name="connsiteX3" fmla="*/ 0 w 1872527"/>
                <a:gd name="connsiteY3" fmla="*/ 0 h 257442"/>
                <a:gd name="connsiteX0" fmla="*/ 1872527 w 1872527"/>
                <a:gd name="connsiteY0" fmla="*/ 0 h 257442"/>
                <a:gd name="connsiteX1" fmla="*/ 1817806 w 1872527"/>
                <a:gd name="connsiteY1" fmla="*/ 257442 h 257442"/>
                <a:gd name="connsiteX2" fmla="*/ 0 w 1872527"/>
                <a:gd name="connsiteY2" fmla="*/ 257442 h 257442"/>
                <a:gd name="connsiteX3" fmla="*/ 0 w 1872527"/>
                <a:gd name="connsiteY3" fmla="*/ 0 h 257442"/>
                <a:gd name="connsiteX0" fmla="*/ 1872527 w 1872527"/>
                <a:gd name="connsiteY0" fmla="*/ 0 h 257442"/>
                <a:gd name="connsiteX1" fmla="*/ 1817806 w 1872527"/>
                <a:gd name="connsiteY1" fmla="*/ 257442 h 257442"/>
                <a:gd name="connsiteX2" fmla="*/ 0 w 1872527"/>
                <a:gd name="connsiteY2" fmla="*/ 257442 h 257442"/>
                <a:gd name="connsiteX3" fmla="*/ 0 w 1872527"/>
                <a:gd name="connsiteY3" fmla="*/ 0 h 257442"/>
                <a:gd name="connsiteX0" fmla="*/ 1872527 w 1872527"/>
                <a:gd name="connsiteY0" fmla="*/ 0 h 257442"/>
                <a:gd name="connsiteX1" fmla="*/ 1817806 w 1872527"/>
                <a:gd name="connsiteY1" fmla="*/ 257442 h 257442"/>
                <a:gd name="connsiteX2" fmla="*/ 0 w 1872527"/>
                <a:gd name="connsiteY2" fmla="*/ 257442 h 257442"/>
                <a:gd name="connsiteX3" fmla="*/ 0 w 1872527"/>
                <a:gd name="connsiteY3" fmla="*/ 0 h 257442"/>
                <a:gd name="connsiteX0" fmla="*/ 2125802 w 2125802"/>
                <a:gd name="connsiteY0" fmla="*/ 0 h 257442"/>
                <a:gd name="connsiteX1" fmla="*/ 1817806 w 2125802"/>
                <a:gd name="connsiteY1" fmla="*/ 257442 h 257442"/>
                <a:gd name="connsiteX2" fmla="*/ 0 w 2125802"/>
                <a:gd name="connsiteY2" fmla="*/ 257442 h 257442"/>
                <a:gd name="connsiteX3" fmla="*/ 0 w 2125802"/>
                <a:gd name="connsiteY3" fmla="*/ 0 h 257442"/>
                <a:gd name="connsiteX0" fmla="*/ 2125802 w 2125802"/>
                <a:gd name="connsiteY0" fmla="*/ 0 h 257442"/>
                <a:gd name="connsiteX1" fmla="*/ 2071080 w 2125802"/>
                <a:gd name="connsiteY1" fmla="*/ 257442 h 257442"/>
                <a:gd name="connsiteX2" fmla="*/ 0 w 2125802"/>
                <a:gd name="connsiteY2" fmla="*/ 257442 h 257442"/>
                <a:gd name="connsiteX3" fmla="*/ 0 w 2125802"/>
                <a:gd name="connsiteY3" fmla="*/ 0 h 257442"/>
                <a:gd name="connsiteX0" fmla="*/ 2125803 w 2125803"/>
                <a:gd name="connsiteY0" fmla="*/ 0 h 257442"/>
                <a:gd name="connsiteX1" fmla="*/ 2071081 w 2125803"/>
                <a:gd name="connsiteY1" fmla="*/ 257442 h 257442"/>
                <a:gd name="connsiteX2" fmla="*/ 0 w 2125803"/>
                <a:gd name="connsiteY2" fmla="*/ 257442 h 257442"/>
                <a:gd name="connsiteX3" fmla="*/ 1 w 2125803"/>
                <a:gd name="connsiteY3" fmla="*/ 0 h 257442"/>
                <a:gd name="connsiteX0" fmla="*/ 2125803 w 2125803"/>
                <a:gd name="connsiteY0" fmla="*/ 0 h 257442"/>
                <a:gd name="connsiteX1" fmla="*/ 2071081 w 2125803"/>
                <a:gd name="connsiteY1" fmla="*/ 257442 h 257442"/>
                <a:gd name="connsiteX2" fmla="*/ 0 w 2125803"/>
                <a:gd name="connsiteY2" fmla="*/ 257442 h 257442"/>
                <a:gd name="connsiteX3" fmla="*/ 1 w 2125803"/>
                <a:gd name="connsiteY3" fmla="*/ 0 h 257442"/>
                <a:gd name="connsiteX0" fmla="*/ 2300979 w 2300979"/>
                <a:gd name="connsiteY0" fmla="*/ 0 h 257442"/>
                <a:gd name="connsiteX1" fmla="*/ 2071081 w 2300979"/>
                <a:gd name="connsiteY1" fmla="*/ 257442 h 257442"/>
                <a:gd name="connsiteX2" fmla="*/ 0 w 2300979"/>
                <a:gd name="connsiteY2" fmla="*/ 257442 h 257442"/>
                <a:gd name="connsiteX3" fmla="*/ 1 w 2300979"/>
                <a:gd name="connsiteY3" fmla="*/ 0 h 257442"/>
                <a:gd name="connsiteX0" fmla="*/ 2300979 w 2300979"/>
                <a:gd name="connsiteY0" fmla="*/ 0 h 257442"/>
                <a:gd name="connsiteX1" fmla="*/ 2246258 w 2300979"/>
                <a:gd name="connsiteY1" fmla="*/ 257442 h 257442"/>
                <a:gd name="connsiteX2" fmla="*/ 0 w 2300979"/>
                <a:gd name="connsiteY2" fmla="*/ 257442 h 257442"/>
                <a:gd name="connsiteX3" fmla="*/ 1 w 2300979"/>
                <a:gd name="connsiteY3" fmla="*/ 0 h 257442"/>
                <a:gd name="connsiteX0" fmla="*/ 2300978 w 2300978"/>
                <a:gd name="connsiteY0" fmla="*/ 0 h 257442"/>
                <a:gd name="connsiteX1" fmla="*/ 2246257 w 2300978"/>
                <a:gd name="connsiteY1" fmla="*/ 257442 h 257442"/>
                <a:gd name="connsiteX2" fmla="*/ 0 w 2300978"/>
                <a:gd name="connsiteY2" fmla="*/ 257442 h 257442"/>
                <a:gd name="connsiteX3" fmla="*/ 0 w 2300978"/>
                <a:gd name="connsiteY3" fmla="*/ 0 h 257442"/>
                <a:gd name="connsiteX0" fmla="*/ 2300979 w 2300979"/>
                <a:gd name="connsiteY0" fmla="*/ 0 h 257442"/>
                <a:gd name="connsiteX1" fmla="*/ 2246258 w 2300979"/>
                <a:gd name="connsiteY1" fmla="*/ 257442 h 257442"/>
                <a:gd name="connsiteX2" fmla="*/ 1 w 2300979"/>
                <a:gd name="connsiteY2" fmla="*/ 257442 h 257442"/>
                <a:gd name="connsiteX3" fmla="*/ 0 w 2300979"/>
                <a:gd name="connsiteY3" fmla="*/ 0 h 257442"/>
                <a:gd name="connsiteX0" fmla="*/ 2570283 w 2570283"/>
                <a:gd name="connsiteY0" fmla="*/ 0 h 257442"/>
                <a:gd name="connsiteX1" fmla="*/ 2246258 w 2570283"/>
                <a:gd name="connsiteY1" fmla="*/ 257442 h 257442"/>
                <a:gd name="connsiteX2" fmla="*/ 1 w 2570283"/>
                <a:gd name="connsiteY2" fmla="*/ 257442 h 257442"/>
                <a:gd name="connsiteX3" fmla="*/ 0 w 2570283"/>
                <a:gd name="connsiteY3" fmla="*/ 0 h 257442"/>
                <a:gd name="connsiteX0" fmla="*/ 2570283 w 2570283"/>
                <a:gd name="connsiteY0" fmla="*/ 0 h 257442"/>
                <a:gd name="connsiteX1" fmla="*/ 2515562 w 2570283"/>
                <a:gd name="connsiteY1" fmla="*/ 257442 h 257442"/>
                <a:gd name="connsiteX2" fmla="*/ 1 w 2570283"/>
                <a:gd name="connsiteY2" fmla="*/ 257442 h 257442"/>
                <a:gd name="connsiteX3" fmla="*/ 0 w 2570283"/>
                <a:gd name="connsiteY3" fmla="*/ 0 h 257442"/>
                <a:gd name="connsiteX0" fmla="*/ 2570283 w 2570283"/>
                <a:gd name="connsiteY0" fmla="*/ 0 h 257442"/>
                <a:gd name="connsiteX1" fmla="*/ 2515562 w 2570283"/>
                <a:gd name="connsiteY1" fmla="*/ 257442 h 257442"/>
                <a:gd name="connsiteX2" fmla="*/ 1 w 2570283"/>
                <a:gd name="connsiteY2" fmla="*/ 257442 h 257442"/>
                <a:gd name="connsiteX3" fmla="*/ 0 w 2570283"/>
                <a:gd name="connsiteY3" fmla="*/ 0 h 257442"/>
                <a:gd name="connsiteX0" fmla="*/ 2570282 w 2570282"/>
                <a:gd name="connsiteY0" fmla="*/ 0 h 257442"/>
                <a:gd name="connsiteX1" fmla="*/ 2515561 w 2570282"/>
                <a:gd name="connsiteY1" fmla="*/ 257442 h 257442"/>
                <a:gd name="connsiteX2" fmla="*/ 0 w 2570282"/>
                <a:gd name="connsiteY2" fmla="*/ 257442 h 257442"/>
                <a:gd name="connsiteX3" fmla="*/ 0 w 2570282"/>
                <a:gd name="connsiteY3" fmla="*/ 0 h 257442"/>
                <a:gd name="connsiteX0" fmla="*/ 2738597 w 2738597"/>
                <a:gd name="connsiteY0" fmla="*/ 0 h 257442"/>
                <a:gd name="connsiteX1" fmla="*/ 2515561 w 2738597"/>
                <a:gd name="connsiteY1" fmla="*/ 257442 h 257442"/>
                <a:gd name="connsiteX2" fmla="*/ 0 w 2738597"/>
                <a:gd name="connsiteY2" fmla="*/ 257442 h 257442"/>
                <a:gd name="connsiteX3" fmla="*/ 0 w 2738597"/>
                <a:gd name="connsiteY3" fmla="*/ 0 h 257442"/>
                <a:gd name="connsiteX0" fmla="*/ 2738597 w 2738597"/>
                <a:gd name="connsiteY0" fmla="*/ 0 h 257442"/>
                <a:gd name="connsiteX1" fmla="*/ 2683876 w 2738597"/>
                <a:gd name="connsiteY1" fmla="*/ 257442 h 257442"/>
                <a:gd name="connsiteX2" fmla="*/ 0 w 2738597"/>
                <a:gd name="connsiteY2" fmla="*/ 257442 h 257442"/>
                <a:gd name="connsiteX3" fmla="*/ 0 w 2738597"/>
                <a:gd name="connsiteY3" fmla="*/ 0 h 257442"/>
                <a:gd name="connsiteX0" fmla="*/ 2738598 w 2738598"/>
                <a:gd name="connsiteY0" fmla="*/ 0 h 257442"/>
                <a:gd name="connsiteX1" fmla="*/ 2683877 w 2738598"/>
                <a:gd name="connsiteY1" fmla="*/ 257442 h 257442"/>
                <a:gd name="connsiteX2" fmla="*/ 0 w 2738598"/>
                <a:gd name="connsiteY2" fmla="*/ 257442 h 257442"/>
                <a:gd name="connsiteX3" fmla="*/ 1 w 2738598"/>
                <a:gd name="connsiteY3" fmla="*/ 0 h 257442"/>
                <a:gd name="connsiteX0" fmla="*/ 2738598 w 2738598"/>
                <a:gd name="connsiteY0" fmla="*/ 0 h 257442"/>
                <a:gd name="connsiteX1" fmla="*/ 2683877 w 2738598"/>
                <a:gd name="connsiteY1" fmla="*/ 257442 h 257442"/>
                <a:gd name="connsiteX2" fmla="*/ 0 w 2738598"/>
                <a:gd name="connsiteY2" fmla="*/ 257442 h 257442"/>
                <a:gd name="connsiteX3" fmla="*/ 0 w 2738598"/>
                <a:gd name="connsiteY3" fmla="*/ 0 h 257442"/>
                <a:gd name="connsiteX0" fmla="*/ 2916531 w 2916531"/>
                <a:gd name="connsiteY0" fmla="*/ 0 h 257442"/>
                <a:gd name="connsiteX1" fmla="*/ 2683877 w 2916531"/>
                <a:gd name="connsiteY1" fmla="*/ 257442 h 257442"/>
                <a:gd name="connsiteX2" fmla="*/ 0 w 2916531"/>
                <a:gd name="connsiteY2" fmla="*/ 257442 h 257442"/>
                <a:gd name="connsiteX3" fmla="*/ 0 w 2916531"/>
                <a:gd name="connsiteY3" fmla="*/ 0 h 257442"/>
                <a:gd name="connsiteX0" fmla="*/ 2916531 w 2916531"/>
                <a:gd name="connsiteY0" fmla="*/ 0 h 257442"/>
                <a:gd name="connsiteX1" fmla="*/ 2861810 w 2916531"/>
                <a:gd name="connsiteY1" fmla="*/ 257442 h 257442"/>
                <a:gd name="connsiteX2" fmla="*/ 0 w 2916531"/>
                <a:gd name="connsiteY2" fmla="*/ 257442 h 257442"/>
                <a:gd name="connsiteX3" fmla="*/ 0 w 2916531"/>
                <a:gd name="connsiteY3" fmla="*/ 0 h 257442"/>
                <a:gd name="connsiteX0" fmla="*/ 2916531 w 2916531"/>
                <a:gd name="connsiteY0" fmla="*/ 0 h 257442"/>
                <a:gd name="connsiteX1" fmla="*/ 2861810 w 2916531"/>
                <a:gd name="connsiteY1" fmla="*/ 257442 h 257442"/>
                <a:gd name="connsiteX2" fmla="*/ 0 w 2916531"/>
                <a:gd name="connsiteY2" fmla="*/ 257442 h 257442"/>
                <a:gd name="connsiteX3" fmla="*/ 0 w 2916531"/>
                <a:gd name="connsiteY3" fmla="*/ 0 h 257442"/>
                <a:gd name="connsiteX0" fmla="*/ 2916531 w 2916531"/>
                <a:gd name="connsiteY0" fmla="*/ 0 h 257442"/>
                <a:gd name="connsiteX1" fmla="*/ 2861810 w 2916531"/>
                <a:gd name="connsiteY1" fmla="*/ 257442 h 257442"/>
                <a:gd name="connsiteX2" fmla="*/ 0 w 2916531"/>
                <a:gd name="connsiteY2" fmla="*/ 257442 h 257442"/>
                <a:gd name="connsiteX3" fmla="*/ 0 w 2916531"/>
                <a:gd name="connsiteY3" fmla="*/ 0 h 257442"/>
                <a:gd name="connsiteX0" fmla="*/ 3120113 w 3120113"/>
                <a:gd name="connsiteY0" fmla="*/ 0 h 257442"/>
                <a:gd name="connsiteX1" fmla="*/ 2861810 w 3120113"/>
                <a:gd name="connsiteY1" fmla="*/ 257442 h 257442"/>
                <a:gd name="connsiteX2" fmla="*/ 0 w 3120113"/>
                <a:gd name="connsiteY2" fmla="*/ 257442 h 257442"/>
                <a:gd name="connsiteX3" fmla="*/ 0 w 3120113"/>
                <a:gd name="connsiteY3" fmla="*/ 0 h 257442"/>
                <a:gd name="connsiteX0" fmla="*/ 3120113 w 3120113"/>
                <a:gd name="connsiteY0" fmla="*/ 0 h 257442"/>
                <a:gd name="connsiteX1" fmla="*/ 3065392 w 3120113"/>
                <a:gd name="connsiteY1" fmla="*/ 257442 h 257442"/>
                <a:gd name="connsiteX2" fmla="*/ 0 w 3120113"/>
                <a:gd name="connsiteY2" fmla="*/ 257442 h 257442"/>
                <a:gd name="connsiteX3" fmla="*/ 0 w 3120113"/>
                <a:gd name="connsiteY3" fmla="*/ 0 h 257442"/>
                <a:gd name="connsiteX0" fmla="*/ 3120113 w 3120113"/>
                <a:gd name="connsiteY0" fmla="*/ 0 h 257442"/>
                <a:gd name="connsiteX1" fmla="*/ 3065392 w 3120113"/>
                <a:gd name="connsiteY1" fmla="*/ 257442 h 257442"/>
                <a:gd name="connsiteX2" fmla="*/ 0 w 3120113"/>
                <a:gd name="connsiteY2" fmla="*/ 257442 h 257442"/>
                <a:gd name="connsiteX3" fmla="*/ 0 w 3120113"/>
                <a:gd name="connsiteY3" fmla="*/ 0 h 257442"/>
                <a:gd name="connsiteX0" fmla="*/ 3120113 w 3120113"/>
                <a:gd name="connsiteY0" fmla="*/ 0 h 257442"/>
                <a:gd name="connsiteX1" fmla="*/ 3065392 w 3120113"/>
                <a:gd name="connsiteY1" fmla="*/ 257442 h 257442"/>
                <a:gd name="connsiteX2" fmla="*/ 0 w 3120113"/>
                <a:gd name="connsiteY2" fmla="*/ 257442 h 257442"/>
                <a:gd name="connsiteX3" fmla="*/ 0 w 3120113"/>
                <a:gd name="connsiteY3" fmla="*/ 0 h 257442"/>
                <a:gd name="connsiteX0" fmla="*/ 3373387 w 3373387"/>
                <a:gd name="connsiteY0" fmla="*/ 0 h 257442"/>
                <a:gd name="connsiteX1" fmla="*/ 3065392 w 3373387"/>
                <a:gd name="connsiteY1" fmla="*/ 257442 h 257442"/>
                <a:gd name="connsiteX2" fmla="*/ 0 w 3373387"/>
                <a:gd name="connsiteY2" fmla="*/ 257442 h 257442"/>
                <a:gd name="connsiteX3" fmla="*/ 0 w 3373387"/>
                <a:gd name="connsiteY3" fmla="*/ 0 h 257442"/>
                <a:gd name="connsiteX0" fmla="*/ 3373387 w 3373387"/>
                <a:gd name="connsiteY0" fmla="*/ 0 h 257442"/>
                <a:gd name="connsiteX1" fmla="*/ 3318666 w 3373387"/>
                <a:gd name="connsiteY1" fmla="*/ 257442 h 257442"/>
                <a:gd name="connsiteX2" fmla="*/ 0 w 3373387"/>
                <a:gd name="connsiteY2" fmla="*/ 257442 h 257442"/>
                <a:gd name="connsiteX3" fmla="*/ 0 w 3373387"/>
                <a:gd name="connsiteY3" fmla="*/ 0 h 257442"/>
                <a:gd name="connsiteX0" fmla="*/ 3373387 w 3373387"/>
                <a:gd name="connsiteY0" fmla="*/ 0 h 257442"/>
                <a:gd name="connsiteX1" fmla="*/ 3318666 w 3373387"/>
                <a:gd name="connsiteY1" fmla="*/ 257442 h 257442"/>
                <a:gd name="connsiteX2" fmla="*/ 0 w 3373387"/>
                <a:gd name="connsiteY2" fmla="*/ 257442 h 257442"/>
                <a:gd name="connsiteX3" fmla="*/ 0 w 3373387"/>
                <a:gd name="connsiteY3" fmla="*/ 0 h 257442"/>
                <a:gd name="connsiteX0" fmla="*/ 3373387 w 3373387"/>
                <a:gd name="connsiteY0" fmla="*/ 0 h 257442"/>
                <a:gd name="connsiteX1" fmla="*/ 3318666 w 3373387"/>
                <a:gd name="connsiteY1" fmla="*/ 257442 h 257442"/>
                <a:gd name="connsiteX2" fmla="*/ 0 w 3373387"/>
                <a:gd name="connsiteY2" fmla="*/ 257442 h 257442"/>
                <a:gd name="connsiteX3" fmla="*/ 0 w 3373387"/>
                <a:gd name="connsiteY3" fmla="*/ 0 h 257442"/>
                <a:gd name="connsiteX0" fmla="*/ 3541702 w 3541702"/>
                <a:gd name="connsiteY0" fmla="*/ 0 h 257442"/>
                <a:gd name="connsiteX1" fmla="*/ 3318666 w 3541702"/>
                <a:gd name="connsiteY1" fmla="*/ 257442 h 257442"/>
                <a:gd name="connsiteX2" fmla="*/ 0 w 3541702"/>
                <a:gd name="connsiteY2" fmla="*/ 257442 h 257442"/>
                <a:gd name="connsiteX3" fmla="*/ 0 w 3541702"/>
                <a:gd name="connsiteY3" fmla="*/ 0 h 257442"/>
                <a:gd name="connsiteX0" fmla="*/ 3541702 w 3541702"/>
                <a:gd name="connsiteY0" fmla="*/ 0 h 257442"/>
                <a:gd name="connsiteX1" fmla="*/ 3486980 w 3541702"/>
                <a:gd name="connsiteY1" fmla="*/ 257442 h 257442"/>
                <a:gd name="connsiteX2" fmla="*/ 0 w 3541702"/>
                <a:gd name="connsiteY2" fmla="*/ 257442 h 257442"/>
                <a:gd name="connsiteX3" fmla="*/ 0 w 3541702"/>
                <a:gd name="connsiteY3" fmla="*/ 0 h 257442"/>
                <a:gd name="connsiteX0" fmla="*/ 3541703 w 3541703"/>
                <a:gd name="connsiteY0" fmla="*/ 0 h 257442"/>
                <a:gd name="connsiteX1" fmla="*/ 3486981 w 3541703"/>
                <a:gd name="connsiteY1" fmla="*/ 257442 h 257442"/>
                <a:gd name="connsiteX2" fmla="*/ 0 w 3541703"/>
                <a:gd name="connsiteY2" fmla="*/ 257442 h 257442"/>
                <a:gd name="connsiteX3" fmla="*/ 1 w 3541703"/>
                <a:gd name="connsiteY3" fmla="*/ 0 h 257442"/>
                <a:gd name="connsiteX0" fmla="*/ 3541703 w 3541703"/>
                <a:gd name="connsiteY0" fmla="*/ 0 h 257442"/>
                <a:gd name="connsiteX1" fmla="*/ 3486981 w 3541703"/>
                <a:gd name="connsiteY1" fmla="*/ 257442 h 257442"/>
                <a:gd name="connsiteX2" fmla="*/ 0 w 3541703"/>
                <a:gd name="connsiteY2" fmla="*/ 257442 h 257442"/>
                <a:gd name="connsiteX3" fmla="*/ 1 w 3541703"/>
                <a:gd name="connsiteY3" fmla="*/ 0 h 257442"/>
                <a:gd name="connsiteX0" fmla="*/ 3702004 w 3702004"/>
                <a:gd name="connsiteY0" fmla="*/ 0 h 257442"/>
                <a:gd name="connsiteX1" fmla="*/ 3486981 w 3702004"/>
                <a:gd name="connsiteY1" fmla="*/ 257442 h 257442"/>
                <a:gd name="connsiteX2" fmla="*/ 0 w 3702004"/>
                <a:gd name="connsiteY2" fmla="*/ 257442 h 257442"/>
                <a:gd name="connsiteX3" fmla="*/ 1 w 3702004"/>
                <a:gd name="connsiteY3" fmla="*/ 0 h 257442"/>
                <a:gd name="connsiteX0" fmla="*/ 3702004 w 3702004"/>
                <a:gd name="connsiteY0" fmla="*/ 0 h 257442"/>
                <a:gd name="connsiteX1" fmla="*/ 3647282 w 3702004"/>
                <a:gd name="connsiteY1" fmla="*/ 257442 h 257442"/>
                <a:gd name="connsiteX2" fmla="*/ 0 w 3702004"/>
                <a:gd name="connsiteY2" fmla="*/ 257442 h 257442"/>
                <a:gd name="connsiteX3" fmla="*/ 1 w 3702004"/>
                <a:gd name="connsiteY3" fmla="*/ 0 h 257442"/>
                <a:gd name="connsiteX0" fmla="*/ 3702004 w 3702004"/>
                <a:gd name="connsiteY0" fmla="*/ 0 h 257442"/>
                <a:gd name="connsiteX1" fmla="*/ 3647282 w 3702004"/>
                <a:gd name="connsiteY1" fmla="*/ 257442 h 257442"/>
                <a:gd name="connsiteX2" fmla="*/ 0 w 3702004"/>
                <a:gd name="connsiteY2" fmla="*/ 257442 h 257442"/>
                <a:gd name="connsiteX3" fmla="*/ 1 w 3702004"/>
                <a:gd name="connsiteY3" fmla="*/ 0 h 257442"/>
                <a:gd name="connsiteX0" fmla="*/ 3702004 w 3702004"/>
                <a:gd name="connsiteY0" fmla="*/ 0 h 257442"/>
                <a:gd name="connsiteX1" fmla="*/ 3647282 w 3702004"/>
                <a:gd name="connsiteY1" fmla="*/ 257442 h 257442"/>
                <a:gd name="connsiteX2" fmla="*/ 0 w 3702004"/>
                <a:gd name="connsiteY2" fmla="*/ 257442 h 257442"/>
                <a:gd name="connsiteX3" fmla="*/ 0 w 3702004"/>
                <a:gd name="connsiteY3" fmla="*/ 0 h 257442"/>
                <a:gd name="connsiteX0" fmla="*/ 3955277 w 3955277"/>
                <a:gd name="connsiteY0" fmla="*/ 0 h 257442"/>
                <a:gd name="connsiteX1" fmla="*/ 3647282 w 3955277"/>
                <a:gd name="connsiteY1" fmla="*/ 257442 h 257442"/>
                <a:gd name="connsiteX2" fmla="*/ 0 w 3955277"/>
                <a:gd name="connsiteY2" fmla="*/ 257442 h 257442"/>
                <a:gd name="connsiteX3" fmla="*/ 0 w 3955277"/>
                <a:gd name="connsiteY3" fmla="*/ 0 h 257442"/>
                <a:gd name="connsiteX0" fmla="*/ 3955277 w 3955277"/>
                <a:gd name="connsiteY0" fmla="*/ 0 h 257442"/>
                <a:gd name="connsiteX1" fmla="*/ 3900556 w 3955277"/>
                <a:gd name="connsiteY1" fmla="*/ 257442 h 257442"/>
                <a:gd name="connsiteX2" fmla="*/ 0 w 3955277"/>
                <a:gd name="connsiteY2" fmla="*/ 257442 h 257442"/>
                <a:gd name="connsiteX3" fmla="*/ 0 w 3955277"/>
                <a:gd name="connsiteY3" fmla="*/ 0 h 257442"/>
                <a:gd name="connsiteX0" fmla="*/ 3955277 w 3955277"/>
                <a:gd name="connsiteY0" fmla="*/ 0 h 257442"/>
                <a:gd name="connsiteX1" fmla="*/ 3900556 w 3955277"/>
                <a:gd name="connsiteY1" fmla="*/ 257442 h 257442"/>
                <a:gd name="connsiteX2" fmla="*/ 0 w 3955277"/>
                <a:gd name="connsiteY2" fmla="*/ 257442 h 257442"/>
                <a:gd name="connsiteX3" fmla="*/ 0 w 3955277"/>
                <a:gd name="connsiteY3" fmla="*/ 0 h 257442"/>
                <a:gd name="connsiteX0" fmla="*/ 3955277 w 3955277"/>
                <a:gd name="connsiteY0" fmla="*/ 0 h 257442"/>
                <a:gd name="connsiteX1" fmla="*/ 3900556 w 3955277"/>
                <a:gd name="connsiteY1" fmla="*/ 257442 h 257442"/>
                <a:gd name="connsiteX2" fmla="*/ 0 w 3955277"/>
                <a:gd name="connsiteY2" fmla="*/ 257442 h 257442"/>
                <a:gd name="connsiteX3" fmla="*/ 0 w 3955277"/>
                <a:gd name="connsiteY3" fmla="*/ 0 h 257442"/>
                <a:gd name="connsiteX0" fmla="*/ 4115577 w 4115577"/>
                <a:gd name="connsiteY0" fmla="*/ 0 h 257442"/>
                <a:gd name="connsiteX1" fmla="*/ 3900556 w 4115577"/>
                <a:gd name="connsiteY1" fmla="*/ 257442 h 257442"/>
                <a:gd name="connsiteX2" fmla="*/ 0 w 4115577"/>
                <a:gd name="connsiteY2" fmla="*/ 257442 h 257442"/>
                <a:gd name="connsiteX3" fmla="*/ 0 w 4115577"/>
                <a:gd name="connsiteY3" fmla="*/ 0 h 257442"/>
                <a:gd name="connsiteX0" fmla="*/ 4115577 w 4115577"/>
                <a:gd name="connsiteY0" fmla="*/ 0 h 257442"/>
                <a:gd name="connsiteX1" fmla="*/ 4060856 w 4115577"/>
                <a:gd name="connsiteY1" fmla="*/ 257442 h 257442"/>
                <a:gd name="connsiteX2" fmla="*/ 0 w 4115577"/>
                <a:gd name="connsiteY2" fmla="*/ 257442 h 257442"/>
                <a:gd name="connsiteX3" fmla="*/ 0 w 4115577"/>
                <a:gd name="connsiteY3" fmla="*/ 0 h 257442"/>
                <a:gd name="connsiteX0" fmla="*/ 4115577 w 4115577"/>
                <a:gd name="connsiteY0" fmla="*/ 0 h 257442"/>
                <a:gd name="connsiteX1" fmla="*/ 4060856 w 4115577"/>
                <a:gd name="connsiteY1" fmla="*/ 257442 h 257442"/>
                <a:gd name="connsiteX2" fmla="*/ 0 w 4115577"/>
                <a:gd name="connsiteY2" fmla="*/ 257442 h 257442"/>
                <a:gd name="connsiteX3" fmla="*/ 0 w 4115577"/>
                <a:gd name="connsiteY3" fmla="*/ 0 h 257442"/>
                <a:gd name="connsiteX0" fmla="*/ 4115577 w 4115577"/>
                <a:gd name="connsiteY0" fmla="*/ 0 h 257442"/>
                <a:gd name="connsiteX1" fmla="*/ 4060856 w 4115577"/>
                <a:gd name="connsiteY1" fmla="*/ 257442 h 257442"/>
                <a:gd name="connsiteX2" fmla="*/ 0 w 4115577"/>
                <a:gd name="connsiteY2" fmla="*/ 257442 h 257442"/>
                <a:gd name="connsiteX3" fmla="*/ 0 w 4115577"/>
                <a:gd name="connsiteY3" fmla="*/ 0 h 257442"/>
                <a:gd name="connsiteX0" fmla="*/ 4283893 w 4283893"/>
                <a:gd name="connsiteY0" fmla="*/ 0 h 257442"/>
                <a:gd name="connsiteX1" fmla="*/ 4060856 w 4283893"/>
                <a:gd name="connsiteY1" fmla="*/ 257442 h 257442"/>
                <a:gd name="connsiteX2" fmla="*/ 0 w 4283893"/>
                <a:gd name="connsiteY2" fmla="*/ 257442 h 257442"/>
                <a:gd name="connsiteX3" fmla="*/ 0 w 4283893"/>
                <a:gd name="connsiteY3" fmla="*/ 0 h 257442"/>
                <a:gd name="connsiteX0" fmla="*/ 4283893 w 4283893"/>
                <a:gd name="connsiteY0" fmla="*/ 0 h 257442"/>
                <a:gd name="connsiteX1" fmla="*/ 4229172 w 4283893"/>
                <a:gd name="connsiteY1" fmla="*/ 257442 h 257442"/>
                <a:gd name="connsiteX2" fmla="*/ 0 w 4283893"/>
                <a:gd name="connsiteY2" fmla="*/ 257442 h 257442"/>
                <a:gd name="connsiteX3" fmla="*/ 0 w 4283893"/>
                <a:gd name="connsiteY3" fmla="*/ 0 h 257442"/>
                <a:gd name="connsiteX0" fmla="*/ 4283893 w 4283893"/>
                <a:gd name="connsiteY0" fmla="*/ 0 h 257442"/>
                <a:gd name="connsiteX1" fmla="*/ 4229172 w 4283893"/>
                <a:gd name="connsiteY1" fmla="*/ 257442 h 257442"/>
                <a:gd name="connsiteX2" fmla="*/ 0 w 4283893"/>
                <a:gd name="connsiteY2" fmla="*/ 257442 h 257442"/>
                <a:gd name="connsiteX3" fmla="*/ 0 w 4283893"/>
                <a:gd name="connsiteY3" fmla="*/ 0 h 257442"/>
                <a:gd name="connsiteX0" fmla="*/ 4283893 w 4283893"/>
                <a:gd name="connsiteY0" fmla="*/ 0 h 257442"/>
                <a:gd name="connsiteX1" fmla="*/ 4229172 w 4283893"/>
                <a:gd name="connsiteY1" fmla="*/ 257442 h 257442"/>
                <a:gd name="connsiteX2" fmla="*/ 0 w 4283893"/>
                <a:gd name="connsiteY2" fmla="*/ 257442 h 257442"/>
                <a:gd name="connsiteX3" fmla="*/ 0 w 4283893"/>
                <a:gd name="connsiteY3" fmla="*/ 0 h 257442"/>
                <a:gd name="connsiteX0" fmla="*/ 4469841 w 4469841"/>
                <a:gd name="connsiteY0" fmla="*/ 0 h 257442"/>
                <a:gd name="connsiteX1" fmla="*/ 4229172 w 4469841"/>
                <a:gd name="connsiteY1" fmla="*/ 257442 h 257442"/>
                <a:gd name="connsiteX2" fmla="*/ 0 w 4469841"/>
                <a:gd name="connsiteY2" fmla="*/ 257442 h 257442"/>
                <a:gd name="connsiteX3" fmla="*/ 0 w 4469841"/>
                <a:gd name="connsiteY3" fmla="*/ 0 h 257442"/>
                <a:gd name="connsiteX0" fmla="*/ 4469841 w 4469841"/>
                <a:gd name="connsiteY0" fmla="*/ 0 h 257442"/>
                <a:gd name="connsiteX1" fmla="*/ 4415120 w 4469841"/>
                <a:gd name="connsiteY1" fmla="*/ 257442 h 257442"/>
                <a:gd name="connsiteX2" fmla="*/ 0 w 4469841"/>
                <a:gd name="connsiteY2" fmla="*/ 257442 h 257442"/>
                <a:gd name="connsiteX3" fmla="*/ 0 w 4469841"/>
                <a:gd name="connsiteY3" fmla="*/ 0 h 257442"/>
                <a:gd name="connsiteX0" fmla="*/ 4469841 w 4469841"/>
                <a:gd name="connsiteY0" fmla="*/ 0 h 257442"/>
                <a:gd name="connsiteX1" fmla="*/ 4415120 w 4469841"/>
                <a:gd name="connsiteY1" fmla="*/ 257442 h 257442"/>
                <a:gd name="connsiteX2" fmla="*/ 0 w 4469841"/>
                <a:gd name="connsiteY2" fmla="*/ 257442 h 257442"/>
                <a:gd name="connsiteX3" fmla="*/ 0 w 4469841"/>
                <a:gd name="connsiteY3" fmla="*/ 0 h 257442"/>
                <a:gd name="connsiteX0" fmla="*/ 4469841 w 4469841"/>
                <a:gd name="connsiteY0" fmla="*/ 0 h 257442"/>
                <a:gd name="connsiteX1" fmla="*/ 4415120 w 4469841"/>
                <a:gd name="connsiteY1" fmla="*/ 257442 h 257442"/>
                <a:gd name="connsiteX2" fmla="*/ 0 w 4469841"/>
                <a:gd name="connsiteY2" fmla="*/ 257442 h 257442"/>
                <a:gd name="connsiteX3" fmla="*/ 0 w 4469841"/>
                <a:gd name="connsiteY3" fmla="*/ 0 h 257442"/>
                <a:gd name="connsiteX0" fmla="*/ 4638156 w 4638156"/>
                <a:gd name="connsiteY0" fmla="*/ 0 h 257442"/>
                <a:gd name="connsiteX1" fmla="*/ 4415120 w 4638156"/>
                <a:gd name="connsiteY1" fmla="*/ 257442 h 257442"/>
                <a:gd name="connsiteX2" fmla="*/ 0 w 4638156"/>
                <a:gd name="connsiteY2" fmla="*/ 257442 h 257442"/>
                <a:gd name="connsiteX3" fmla="*/ 0 w 4638156"/>
                <a:gd name="connsiteY3" fmla="*/ 0 h 257442"/>
                <a:gd name="connsiteX0" fmla="*/ 4638156 w 4638156"/>
                <a:gd name="connsiteY0" fmla="*/ 0 h 257442"/>
                <a:gd name="connsiteX1" fmla="*/ 4583434 w 4638156"/>
                <a:gd name="connsiteY1" fmla="*/ 257442 h 257442"/>
                <a:gd name="connsiteX2" fmla="*/ 0 w 4638156"/>
                <a:gd name="connsiteY2" fmla="*/ 257442 h 257442"/>
                <a:gd name="connsiteX3" fmla="*/ 0 w 4638156"/>
                <a:gd name="connsiteY3" fmla="*/ 0 h 257442"/>
                <a:gd name="connsiteX0" fmla="*/ 4638157 w 4638157"/>
                <a:gd name="connsiteY0" fmla="*/ 0 h 257442"/>
                <a:gd name="connsiteX1" fmla="*/ 4583435 w 4638157"/>
                <a:gd name="connsiteY1" fmla="*/ 257442 h 257442"/>
                <a:gd name="connsiteX2" fmla="*/ 0 w 4638157"/>
                <a:gd name="connsiteY2" fmla="*/ 257442 h 257442"/>
                <a:gd name="connsiteX3" fmla="*/ 1 w 4638157"/>
                <a:gd name="connsiteY3" fmla="*/ 0 h 257442"/>
                <a:gd name="connsiteX0" fmla="*/ 4638157 w 4638157"/>
                <a:gd name="connsiteY0" fmla="*/ 0 h 257442"/>
                <a:gd name="connsiteX1" fmla="*/ 4583435 w 4638157"/>
                <a:gd name="connsiteY1" fmla="*/ 257442 h 257442"/>
                <a:gd name="connsiteX2" fmla="*/ 0 w 4638157"/>
                <a:gd name="connsiteY2" fmla="*/ 257442 h 257442"/>
                <a:gd name="connsiteX3" fmla="*/ 1 w 4638157"/>
                <a:gd name="connsiteY3" fmla="*/ 0 h 257442"/>
                <a:gd name="connsiteX0" fmla="*/ 4806473 w 4806473"/>
                <a:gd name="connsiteY0" fmla="*/ 0 h 257442"/>
                <a:gd name="connsiteX1" fmla="*/ 4583435 w 4806473"/>
                <a:gd name="connsiteY1" fmla="*/ 257442 h 257442"/>
                <a:gd name="connsiteX2" fmla="*/ 0 w 4806473"/>
                <a:gd name="connsiteY2" fmla="*/ 257442 h 257442"/>
                <a:gd name="connsiteX3" fmla="*/ 1 w 4806473"/>
                <a:gd name="connsiteY3" fmla="*/ 0 h 257442"/>
                <a:gd name="connsiteX0" fmla="*/ 4806473 w 4806473"/>
                <a:gd name="connsiteY0" fmla="*/ 0 h 257442"/>
                <a:gd name="connsiteX1" fmla="*/ 4751752 w 4806473"/>
                <a:gd name="connsiteY1" fmla="*/ 257442 h 257442"/>
                <a:gd name="connsiteX2" fmla="*/ 0 w 4806473"/>
                <a:gd name="connsiteY2" fmla="*/ 257442 h 257442"/>
                <a:gd name="connsiteX3" fmla="*/ 1 w 4806473"/>
                <a:gd name="connsiteY3" fmla="*/ 0 h 257442"/>
                <a:gd name="connsiteX0" fmla="*/ 4806472 w 4806472"/>
                <a:gd name="connsiteY0" fmla="*/ 0 h 257442"/>
                <a:gd name="connsiteX1" fmla="*/ 4751751 w 4806472"/>
                <a:gd name="connsiteY1" fmla="*/ 257442 h 257442"/>
                <a:gd name="connsiteX2" fmla="*/ 0 w 4806472"/>
                <a:gd name="connsiteY2" fmla="*/ 257442 h 257442"/>
                <a:gd name="connsiteX3" fmla="*/ 0 w 4806472"/>
                <a:gd name="connsiteY3" fmla="*/ 0 h 257442"/>
                <a:gd name="connsiteX0" fmla="*/ 4806473 w 4806473"/>
                <a:gd name="connsiteY0" fmla="*/ 0 h 257442"/>
                <a:gd name="connsiteX1" fmla="*/ 4751752 w 4806473"/>
                <a:gd name="connsiteY1" fmla="*/ 257442 h 257442"/>
                <a:gd name="connsiteX2" fmla="*/ 1 w 4806473"/>
                <a:gd name="connsiteY2" fmla="*/ 257442 h 257442"/>
                <a:gd name="connsiteX3" fmla="*/ 0 w 4806473"/>
                <a:gd name="connsiteY3" fmla="*/ 0 h 257442"/>
                <a:gd name="connsiteX0" fmla="*/ 4966773 w 4966773"/>
                <a:gd name="connsiteY0" fmla="*/ 0 h 257442"/>
                <a:gd name="connsiteX1" fmla="*/ 4751752 w 4966773"/>
                <a:gd name="connsiteY1" fmla="*/ 257442 h 257442"/>
                <a:gd name="connsiteX2" fmla="*/ 1 w 4966773"/>
                <a:gd name="connsiteY2" fmla="*/ 257442 h 257442"/>
                <a:gd name="connsiteX3" fmla="*/ 0 w 4966773"/>
                <a:gd name="connsiteY3" fmla="*/ 0 h 257442"/>
                <a:gd name="connsiteX0" fmla="*/ 4966773 w 4966773"/>
                <a:gd name="connsiteY0" fmla="*/ 0 h 257442"/>
                <a:gd name="connsiteX1" fmla="*/ 4912052 w 4966773"/>
                <a:gd name="connsiteY1" fmla="*/ 257442 h 257442"/>
                <a:gd name="connsiteX2" fmla="*/ 1 w 4966773"/>
                <a:gd name="connsiteY2" fmla="*/ 257442 h 257442"/>
                <a:gd name="connsiteX3" fmla="*/ 0 w 4966773"/>
                <a:gd name="connsiteY3" fmla="*/ 0 h 257442"/>
                <a:gd name="connsiteX0" fmla="*/ 4966773 w 4966773"/>
                <a:gd name="connsiteY0" fmla="*/ 0 h 257442"/>
                <a:gd name="connsiteX1" fmla="*/ 4912052 w 4966773"/>
                <a:gd name="connsiteY1" fmla="*/ 257442 h 257442"/>
                <a:gd name="connsiteX2" fmla="*/ 1 w 4966773"/>
                <a:gd name="connsiteY2" fmla="*/ 257442 h 257442"/>
                <a:gd name="connsiteX3" fmla="*/ 0 w 4966773"/>
                <a:gd name="connsiteY3" fmla="*/ 0 h 257442"/>
                <a:gd name="connsiteX0" fmla="*/ 4966772 w 4966772"/>
                <a:gd name="connsiteY0" fmla="*/ 0 h 257442"/>
                <a:gd name="connsiteX1" fmla="*/ 4912051 w 4966772"/>
                <a:gd name="connsiteY1" fmla="*/ 257442 h 257442"/>
                <a:gd name="connsiteX2" fmla="*/ 0 w 4966772"/>
                <a:gd name="connsiteY2" fmla="*/ 257442 h 257442"/>
                <a:gd name="connsiteX3" fmla="*/ 0 w 4966772"/>
                <a:gd name="connsiteY3" fmla="*/ 0 h 257442"/>
                <a:gd name="connsiteX0" fmla="*/ 5176764 w 5176764"/>
                <a:gd name="connsiteY0" fmla="*/ 0 h 257442"/>
                <a:gd name="connsiteX1" fmla="*/ 4912051 w 5176764"/>
                <a:gd name="connsiteY1" fmla="*/ 257442 h 257442"/>
                <a:gd name="connsiteX2" fmla="*/ 0 w 5176764"/>
                <a:gd name="connsiteY2" fmla="*/ 257442 h 257442"/>
                <a:gd name="connsiteX3" fmla="*/ 0 w 5176764"/>
                <a:gd name="connsiteY3" fmla="*/ 0 h 257442"/>
                <a:gd name="connsiteX0" fmla="*/ 5176764 w 5176764"/>
                <a:gd name="connsiteY0" fmla="*/ 0 h 257442"/>
                <a:gd name="connsiteX1" fmla="*/ 5122043 w 5176764"/>
                <a:gd name="connsiteY1" fmla="*/ 257442 h 257442"/>
                <a:gd name="connsiteX2" fmla="*/ 0 w 5176764"/>
                <a:gd name="connsiteY2" fmla="*/ 257442 h 257442"/>
                <a:gd name="connsiteX3" fmla="*/ 0 w 5176764"/>
                <a:gd name="connsiteY3" fmla="*/ 0 h 257442"/>
                <a:gd name="connsiteX0" fmla="*/ 5176765 w 5176765"/>
                <a:gd name="connsiteY0" fmla="*/ 0 h 257442"/>
                <a:gd name="connsiteX1" fmla="*/ 5122044 w 5176765"/>
                <a:gd name="connsiteY1" fmla="*/ 257442 h 257442"/>
                <a:gd name="connsiteX2" fmla="*/ 0 w 5176765"/>
                <a:gd name="connsiteY2" fmla="*/ 257442 h 257442"/>
                <a:gd name="connsiteX3" fmla="*/ 1 w 5176765"/>
                <a:gd name="connsiteY3" fmla="*/ 0 h 257442"/>
                <a:gd name="connsiteX0" fmla="*/ 5176765 w 5176765"/>
                <a:gd name="connsiteY0" fmla="*/ 0 h 257442"/>
                <a:gd name="connsiteX1" fmla="*/ 5122044 w 5176765"/>
                <a:gd name="connsiteY1" fmla="*/ 257442 h 257442"/>
                <a:gd name="connsiteX2" fmla="*/ 0 w 5176765"/>
                <a:gd name="connsiteY2" fmla="*/ 257442 h 257442"/>
                <a:gd name="connsiteX3" fmla="*/ 1 w 5176765"/>
                <a:gd name="connsiteY3" fmla="*/ 0 h 257442"/>
                <a:gd name="connsiteX0" fmla="*/ 4469842 w 5122044"/>
                <a:gd name="connsiteY0" fmla="*/ 0 h 257442"/>
                <a:gd name="connsiteX1" fmla="*/ 5122044 w 5122044"/>
                <a:gd name="connsiteY1" fmla="*/ 257442 h 257442"/>
                <a:gd name="connsiteX2" fmla="*/ 0 w 5122044"/>
                <a:gd name="connsiteY2" fmla="*/ 257442 h 257442"/>
                <a:gd name="connsiteX3" fmla="*/ 1 w 5122044"/>
                <a:gd name="connsiteY3" fmla="*/ 0 h 257442"/>
                <a:gd name="connsiteX0" fmla="*/ 4469842 w 4469842"/>
                <a:gd name="connsiteY0" fmla="*/ 0 h 257442"/>
                <a:gd name="connsiteX1" fmla="*/ 4415121 w 4469842"/>
                <a:gd name="connsiteY1" fmla="*/ 257442 h 257442"/>
                <a:gd name="connsiteX2" fmla="*/ 0 w 4469842"/>
                <a:gd name="connsiteY2" fmla="*/ 257442 h 257442"/>
                <a:gd name="connsiteX3" fmla="*/ 1 w 4469842"/>
                <a:gd name="connsiteY3" fmla="*/ 0 h 257442"/>
                <a:gd name="connsiteX0" fmla="*/ 4469841 w 4469841"/>
                <a:gd name="connsiteY0" fmla="*/ 0 h 257442"/>
                <a:gd name="connsiteX1" fmla="*/ 4415120 w 4469841"/>
                <a:gd name="connsiteY1" fmla="*/ 257442 h 257442"/>
                <a:gd name="connsiteX2" fmla="*/ 0 w 4469841"/>
                <a:gd name="connsiteY2" fmla="*/ 257442 h 257442"/>
                <a:gd name="connsiteX3" fmla="*/ 0 w 4469841"/>
                <a:gd name="connsiteY3" fmla="*/ 0 h 257442"/>
                <a:gd name="connsiteX0" fmla="*/ 4469841 w 4469841"/>
                <a:gd name="connsiteY0" fmla="*/ 0 h 257442"/>
                <a:gd name="connsiteX1" fmla="*/ 4415120 w 4469841"/>
                <a:gd name="connsiteY1" fmla="*/ 257442 h 257442"/>
                <a:gd name="connsiteX2" fmla="*/ 0 w 4469841"/>
                <a:gd name="connsiteY2" fmla="*/ 257442 h 257442"/>
                <a:gd name="connsiteX3" fmla="*/ 0 w 4469841"/>
                <a:gd name="connsiteY3" fmla="*/ 0 h 257442"/>
                <a:gd name="connsiteX0" fmla="*/ 5649908 w 5649908"/>
                <a:gd name="connsiteY0" fmla="*/ 0 h 257442"/>
                <a:gd name="connsiteX1" fmla="*/ 4415120 w 5649908"/>
                <a:gd name="connsiteY1" fmla="*/ 257442 h 257442"/>
                <a:gd name="connsiteX2" fmla="*/ 0 w 5649908"/>
                <a:gd name="connsiteY2" fmla="*/ 257442 h 257442"/>
                <a:gd name="connsiteX3" fmla="*/ 0 w 5649908"/>
                <a:gd name="connsiteY3" fmla="*/ 0 h 257442"/>
                <a:gd name="connsiteX0" fmla="*/ 5649908 w 5649908"/>
                <a:gd name="connsiteY0" fmla="*/ 0 h 257442"/>
                <a:gd name="connsiteX1" fmla="*/ 5595186 w 5649908"/>
                <a:gd name="connsiteY1" fmla="*/ 257442 h 257442"/>
                <a:gd name="connsiteX2" fmla="*/ 0 w 5649908"/>
                <a:gd name="connsiteY2" fmla="*/ 257442 h 257442"/>
                <a:gd name="connsiteX3" fmla="*/ 0 w 5649908"/>
                <a:gd name="connsiteY3" fmla="*/ 0 h 257442"/>
                <a:gd name="connsiteX0" fmla="*/ 5649909 w 5649909"/>
                <a:gd name="connsiteY0" fmla="*/ 0 h 257442"/>
                <a:gd name="connsiteX1" fmla="*/ 5595187 w 5649909"/>
                <a:gd name="connsiteY1" fmla="*/ 257442 h 257442"/>
                <a:gd name="connsiteX2" fmla="*/ 0 w 5649909"/>
                <a:gd name="connsiteY2" fmla="*/ 257442 h 257442"/>
                <a:gd name="connsiteX3" fmla="*/ 1 w 5649909"/>
                <a:gd name="connsiteY3" fmla="*/ 0 h 257442"/>
                <a:gd name="connsiteX0" fmla="*/ 5649909 w 5649909"/>
                <a:gd name="connsiteY0" fmla="*/ 0 h 257442"/>
                <a:gd name="connsiteX1" fmla="*/ 5595187 w 5649909"/>
                <a:gd name="connsiteY1" fmla="*/ 257442 h 257442"/>
                <a:gd name="connsiteX2" fmla="*/ 0 w 5649909"/>
                <a:gd name="connsiteY2" fmla="*/ 257442 h 257442"/>
                <a:gd name="connsiteX3" fmla="*/ 1 w 5649909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9909" h="257442">
                  <a:moveTo>
                    <a:pt x="5649909" y="0"/>
                  </a:moveTo>
                  <a:lnTo>
                    <a:pt x="5595187" y="257442"/>
                  </a:lnTo>
                  <a:lnTo>
                    <a:pt x="0" y="2574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btfpRunningAgenda1LevelTextLeft743991">
              <a:extLst>
                <a:ext uri="{FF2B5EF4-FFF2-40B4-BE49-F238E27FC236}">
                  <a16:creationId xmlns:a16="http://schemas.microsoft.com/office/drawing/2014/main" id="{1588F41A-ACF7-8D90-7BD5-99993378D7F9}"/>
                </a:ext>
              </a:extLst>
            </p:cNvPr>
            <p:cNvSpPr txBox="1"/>
            <p:nvPr/>
          </p:nvSpPr>
          <p:spPr bwMode="gray">
            <a:xfrm>
              <a:off x="0" y="876300"/>
              <a:ext cx="5595187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all" spc="45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Sharing the context and the plan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24786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hink-cell data - do not delete" hidden="1">
            <a:extLst>
              <a:ext uri="{FF2B5EF4-FFF2-40B4-BE49-F238E27FC236}">
                <a16:creationId xmlns:a16="http://schemas.microsoft.com/office/drawing/2014/main" id="{A4A32DBB-F743-B822-154B-845DF5C0D78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556641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606" imgH="608" progId="TCLayout.ActiveDocument.1">
                  <p:embed/>
                </p:oleObj>
              </mc:Choice>
              <mc:Fallback>
                <p:oleObj name="think-cell Slide" r:id="rId14" imgW="606" imgH="608" progId="TCLayout.ActiveDocument.1">
                  <p:embed/>
                  <p:pic>
                    <p:nvPicPr>
                      <p:cNvPr id="3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A32DBB-F743-B822-154B-845DF5C0D7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" name="btfpColumnIndicatorGroup2">
            <a:extLst>
              <a:ext uri="{FF2B5EF4-FFF2-40B4-BE49-F238E27FC236}">
                <a16:creationId xmlns:a16="http://schemas.microsoft.com/office/drawing/2014/main" id="{B7B4DB91-0913-4935-BC8B-C62FE662F22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60" name="btfpColumnGapBlocker495361">
              <a:extLst>
                <a:ext uri="{FF2B5EF4-FFF2-40B4-BE49-F238E27FC236}">
                  <a16:creationId xmlns:a16="http://schemas.microsoft.com/office/drawing/2014/main" id="{007467E4-2668-4DCC-BDFA-5728AEB60B0E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5" name="btfpColumnGapBlocker735702">
              <a:extLst>
                <a:ext uri="{FF2B5EF4-FFF2-40B4-BE49-F238E27FC236}">
                  <a16:creationId xmlns:a16="http://schemas.microsoft.com/office/drawing/2014/main" id="{FC8A3694-0977-4C84-8AC5-073F8529B514}"/>
                </a:ext>
              </a:extLst>
            </p:cNvPr>
            <p:cNvSpPr/>
            <p:nvPr/>
          </p:nvSpPr>
          <p:spPr bwMode="gray">
            <a:xfrm>
              <a:off x="9447371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3" name="btfpColumnIndicator904672">
              <a:extLst>
                <a:ext uri="{FF2B5EF4-FFF2-40B4-BE49-F238E27FC236}">
                  <a16:creationId xmlns:a16="http://schemas.microsoft.com/office/drawing/2014/main" id="{6DF60A72-1401-40E4-A1E5-0157E8C1F4FF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btfpColumnIndicator419227">
              <a:extLst>
                <a:ext uri="{FF2B5EF4-FFF2-40B4-BE49-F238E27FC236}">
                  <a16:creationId xmlns:a16="http://schemas.microsoft.com/office/drawing/2014/main" id="{869D77A9-90AB-4C00-86A9-E739467C3E1B}"/>
                </a:ext>
              </a:extLst>
            </p:cNvPr>
            <p:cNvCxnSpPr/>
            <p:nvPr/>
          </p:nvCxnSpPr>
          <p:spPr bwMode="gray">
            <a:xfrm flipV="1">
              <a:off x="9987915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btfpColumnGapBlocker207864">
              <a:extLst>
                <a:ext uri="{FF2B5EF4-FFF2-40B4-BE49-F238E27FC236}">
                  <a16:creationId xmlns:a16="http://schemas.microsoft.com/office/drawing/2014/main" id="{D96B7547-344A-45E8-A6CD-E096F4966739}"/>
                </a:ext>
              </a:extLst>
            </p:cNvPr>
            <p:cNvSpPr/>
            <p:nvPr/>
          </p:nvSpPr>
          <p:spPr bwMode="gray">
            <a:xfrm>
              <a:off x="7032943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7" name="btfpColumnIndicator769383">
              <a:extLst>
                <a:ext uri="{FF2B5EF4-FFF2-40B4-BE49-F238E27FC236}">
                  <a16:creationId xmlns:a16="http://schemas.microsoft.com/office/drawing/2014/main" id="{B5DD6AD3-EA85-4776-A4C4-F657C2E410FE}"/>
                </a:ext>
              </a:extLst>
            </p:cNvPr>
            <p:cNvCxnSpPr/>
            <p:nvPr/>
          </p:nvCxnSpPr>
          <p:spPr bwMode="gray">
            <a:xfrm flipV="1">
              <a:off x="944737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btfpColumnIndicator850226">
              <a:extLst>
                <a:ext uri="{FF2B5EF4-FFF2-40B4-BE49-F238E27FC236}">
                  <a16:creationId xmlns:a16="http://schemas.microsoft.com/office/drawing/2014/main" id="{5A27A721-8BC6-4CE4-8BB9-4F6E64FF5B84}"/>
                </a:ext>
              </a:extLst>
            </p:cNvPr>
            <p:cNvCxnSpPr/>
            <p:nvPr/>
          </p:nvCxnSpPr>
          <p:spPr bwMode="gray">
            <a:xfrm flipV="1">
              <a:off x="7573487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btfpColumnGapBlocker136299">
              <a:extLst>
                <a:ext uri="{FF2B5EF4-FFF2-40B4-BE49-F238E27FC236}">
                  <a16:creationId xmlns:a16="http://schemas.microsoft.com/office/drawing/2014/main" id="{FB81882D-5A4F-4904-A92C-1919F1E577D6}"/>
                </a:ext>
              </a:extLst>
            </p:cNvPr>
            <p:cNvSpPr/>
            <p:nvPr/>
          </p:nvSpPr>
          <p:spPr bwMode="gray">
            <a:xfrm>
              <a:off x="461851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29" name="btfpColumnIndicator525021">
              <a:extLst>
                <a:ext uri="{FF2B5EF4-FFF2-40B4-BE49-F238E27FC236}">
                  <a16:creationId xmlns:a16="http://schemas.microsoft.com/office/drawing/2014/main" id="{0BB9152E-19EE-4B3F-9A16-D9F53B034DD4}"/>
                </a:ext>
              </a:extLst>
            </p:cNvPr>
            <p:cNvCxnSpPr/>
            <p:nvPr/>
          </p:nvCxnSpPr>
          <p:spPr bwMode="gray">
            <a:xfrm flipV="1">
              <a:off x="7032943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203287">
              <a:extLst>
                <a:ext uri="{FF2B5EF4-FFF2-40B4-BE49-F238E27FC236}">
                  <a16:creationId xmlns:a16="http://schemas.microsoft.com/office/drawing/2014/main" id="{935EB73E-A1B9-4B8C-BC49-D7A27C4F56AE}"/>
                </a:ext>
              </a:extLst>
            </p:cNvPr>
            <p:cNvCxnSpPr/>
            <p:nvPr/>
          </p:nvCxnSpPr>
          <p:spPr bwMode="gray">
            <a:xfrm flipV="1">
              <a:off x="515905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btfpColumnGapBlocker366154">
              <a:extLst>
                <a:ext uri="{FF2B5EF4-FFF2-40B4-BE49-F238E27FC236}">
                  <a16:creationId xmlns:a16="http://schemas.microsoft.com/office/drawing/2014/main" id="{DAE72615-7099-48C1-BC1B-36085C2A9929}"/>
                </a:ext>
              </a:extLst>
            </p:cNvPr>
            <p:cNvSpPr/>
            <p:nvPr/>
          </p:nvSpPr>
          <p:spPr bwMode="gray">
            <a:xfrm>
              <a:off x="2204085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btfpColumnIndicator775969">
              <a:extLst>
                <a:ext uri="{FF2B5EF4-FFF2-40B4-BE49-F238E27FC236}">
                  <a16:creationId xmlns:a16="http://schemas.microsoft.com/office/drawing/2014/main" id="{928C7FCB-1D33-4D85-8D86-07AD548D004A}"/>
                </a:ext>
              </a:extLst>
            </p:cNvPr>
            <p:cNvCxnSpPr/>
            <p:nvPr/>
          </p:nvCxnSpPr>
          <p:spPr bwMode="gray">
            <a:xfrm flipV="1">
              <a:off x="461851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652819">
              <a:extLst>
                <a:ext uri="{FF2B5EF4-FFF2-40B4-BE49-F238E27FC236}">
                  <a16:creationId xmlns:a16="http://schemas.microsoft.com/office/drawing/2014/main" id="{55E03A21-916E-4033-B5A7-7186984327F3}"/>
                </a:ext>
              </a:extLst>
            </p:cNvPr>
            <p:cNvCxnSpPr/>
            <p:nvPr/>
          </p:nvCxnSpPr>
          <p:spPr bwMode="gray">
            <a:xfrm flipV="1">
              <a:off x="2744629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btfpColumnGapBlocker532988">
              <a:extLst>
                <a:ext uri="{FF2B5EF4-FFF2-40B4-BE49-F238E27FC236}">
                  <a16:creationId xmlns:a16="http://schemas.microsoft.com/office/drawing/2014/main" id="{8D65006E-2BB0-4065-9111-AB1C7A8F1B58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7" name="btfpColumnIndicator433013">
              <a:extLst>
                <a:ext uri="{FF2B5EF4-FFF2-40B4-BE49-F238E27FC236}">
                  <a16:creationId xmlns:a16="http://schemas.microsoft.com/office/drawing/2014/main" id="{84989EC1-CDF6-43EF-B3AE-AE5D409A6EA2}"/>
                </a:ext>
              </a:extLst>
            </p:cNvPr>
            <p:cNvCxnSpPr/>
            <p:nvPr/>
          </p:nvCxnSpPr>
          <p:spPr bwMode="gray">
            <a:xfrm flipV="1">
              <a:off x="2204085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191586">
              <a:extLst>
                <a:ext uri="{FF2B5EF4-FFF2-40B4-BE49-F238E27FC236}">
                  <a16:creationId xmlns:a16="http://schemas.microsoft.com/office/drawing/2014/main" id="{D5D697AE-8A24-42FB-BEEF-9A40FD07B506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btfpColumnIndicatorGroup1">
            <a:extLst>
              <a:ext uri="{FF2B5EF4-FFF2-40B4-BE49-F238E27FC236}">
                <a16:creationId xmlns:a16="http://schemas.microsoft.com/office/drawing/2014/main" id="{A51FF7DD-810E-4E7F-BCDC-53FB1E63B06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56" name="btfpColumnGapBlocker133395">
              <a:extLst>
                <a:ext uri="{FF2B5EF4-FFF2-40B4-BE49-F238E27FC236}">
                  <a16:creationId xmlns:a16="http://schemas.microsoft.com/office/drawing/2014/main" id="{818269F1-B947-42B1-8CC7-BB24988DC63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4" name="btfpColumnGapBlocker535261">
              <a:extLst>
                <a:ext uri="{FF2B5EF4-FFF2-40B4-BE49-F238E27FC236}">
                  <a16:creationId xmlns:a16="http://schemas.microsoft.com/office/drawing/2014/main" id="{335C1FFF-D85C-4648-BF93-58AA2CF96318}"/>
                </a:ext>
              </a:extLst>
            </p:cNvPr>
            <p:cNvSpPr/>
            <p:nvPr/>
          </p:nvSpPr>
          <p:spPr bwMode="gray">
            <a:xfrm>
              <a:off x="9447371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2" name="btfpColumnIndicator663081">
              <a:extLst>
                <a:ext uri="{FF2B5EF4-FFF2-40B4-BE49-F238E27FC236}">
                  <a16:creationId xmlns:a16="http://schemas.microsoft.com/office/drawing/2014/main" id="{899F0791-D196-46DF-9681-D7C54FBB5E49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btfpColumnIndicator385309">
              <a:extLst>
                <a:ext uri="{FF2B5EF4-FFF2-40B4-BE49-F238E27FC236}">
                  <a16:creationId xmlns:a16="http://schemas.microsoft.com/office/drawing/2014/main" id="{C47016A1-54A8-4D74-9D9B-2141E4D1E7E6}"/>
                </a:ext>
              </a:extLst>
            </p:cNvPr>
            <p:cNvCxnSpPr/>
            <p:nvPr/>
          </p:nvCxnSpPr>
          <p:spPr bwMode="gray">
            <a:xfrm flipV="1">
              <a:off x="9987915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btfpColumnGapBlocker530664">
              <a:extLst>
                <a:ext uri="{FF2B5EF4-FFF2-40B4-BE49-F238E27FC236}">
                  <a16:creationId xmlns:a16="http://schemas.microsoft.com/office/drawing/2014/main" id="{BBA56ADB-A225-40E1-B79E-805B6A0091F2}"/>
                </a:ext>
              </a:extLst>
            </p:cNvPr>
            <p:cNvSpPr/>
            <p:nvPr/>
          </p:nvSpPr>
          <p:spPr bwMode="gray">
            <a:xfrm>
              <a:off x="7032943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6" name="btfpColumnIndicator275330">
              <a:extLst>
                <a:ext uri="{FF2B5EF4-FFF2-40B4-BE49-F238E27FC236}">
                  <a16:creationId xmlns:a16="http://schemas.microsoft.com/office/drawing/2014/main" id="{26CFD514-B09B-4015-90DD-7A46DC84C617}"/>
                </a:ext>
              </a:extLst>
            </p:cNvPr>
            <p:cNvCxnSpPr/>
            <p:nvPr/>
          </p:nvCxnSpPr>
          <p:spPr bwMode="gray">
            <a:xfrm flipV="1">
              <a:off x="944737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btfpColumnIndicator739227">
              <a:extLst>
                <a:ext uri="{FF2B5EF4-FFF2-40B4-BE49-F238E27FC236}">
                  <a16:creationId xmlns:a16="http://schemas.microsoft.com/office/drawing/2014/main" id="{C093DE02-7BDB-48D0-B190-3B90E39985FE}"/>
                </a:ext>
              </a:extLst>
            </p:cNvPr>
            <p:cNvCxnSpPr/>
            <p:nvPr/>
          </p:nvCxnSpPr>
          <p:spPr bwMode="gray">
            <a:xfrm flipV="1">
              <a:off x="7573487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tfpColumnGapBlocker572519">
              <a:extLst>
                <a:ext uri="{FF2B5EF4-FFF2-40B4-BE49-F238E27FC236}">
                  <a16:creationId xmlns:a16="http://schemas.microsoft.com/office/drawing/2014/main" id="{CF44DA4C-7CEA-4AE8-B9FA-BD799D9F6856}"/>
                </a:ext>
              </a:extLst>
            </p:cNvPr>
            <p:cNvSpPr/>
            <p:nvPr/>
          </p:nvSpPr>
          <p:spPr bwMode="gray">
            <a:xfrm>
              <a:off x="461851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28" name="btfpColumnIndicator399192">
              <a:extLst>
                <a:ext uri="{FF2B5EF4-FFF2-40B4-BE49-F238E27FC236}">
                  <a16:creationId xmlns:a16="http://schemas.microsoft.com/office/drawing/2014/main" id="{DFA572CD-371B-4DA6-B37F-6D6B8E603BA2}"/>
                </a:ext>
              </a:extLst>
            </p:cNvPr>
            <p:cNvCxnSpPr/>
            <p:nvPr/>
          </p:nvCxnSpPr>
          <p:spPr bwMode="gray">
            <a:xfrm flipV="1">
              <a:off x="7032943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btfpColumnIndicator288067">
              <a:extLst>
                <a:ext uri="{FF2B5EF4-FFF2-40B4-BE49-F238E27FC236}">
                  <a16:creationId xmlns:a16="http://schemas.microsoft.com/office/drawing/2014/main" id="{B5062531-34A0-4275-8828-FFCCBBC90614}"/>
                </a:ext>
              </a:extLst>
            </p:cNvPr>
            <p:cNvCxnSpPr/>
            <p:nvPr/>
          </p:nvCxnSpPr>
          <p:spPr bwMode="gray">
            <a:xfrm flipV="1">
              <a:off x="515905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btfpColumnGapBlocker992226">
              <a:extLst>
                <a:ext uri="{FF2B5EF4-FFF2-40B4-BE49-F238E27FC236}">
                  <a16:creationId xmlns:a16="http://schemas.microsoft.com/office/drawing/2014/main" id="{B510B4DF-305A-451C-9EA5-186565194CE5}"/>
                </a:ext>
              </a:extLst>
            </p:cNvPr>
            <p:cNvSpPr/>
            <p:nvPr/>
          </p:nvSpPr>
          <p:spPr bwMode="gray">
            <a:xfrm>
              <a:off x="2204085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2" name="btfpColumnIndicator158108">
              <a:extLst>
                <a:ext uri="{FF2B5EF4-FFF2-40B4-BE49-F238E27FC236}">
                  <a16:creationId xmlns:a16="http://schemas.microsoft.com/office/drawing/2014/main" id="{AEED8D4D-C5A3-4EB7-A15A-DC48028F534D}"/>
                </a:ext>
              </a:extLst>
            </p:cNvPr>
            <p:cNvCxnSpPr/>
            <p:nvPr/>
          </p:nvCxnSpPr>
          <p:spPr bwMode="gray">
            <a:xfrm flipV="1">
              <a:off x="461851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616724">
              <a:extLst>
                <a:ext uri="{FF2B5EF4-FFF2-40B4-BE49-F238E27FC236}">
                  <a16:creationId xmlns:a16="http://schemas.microsoft.com/office/drawing/2014/main" id="{9ED30D97-2200-44D1-A30A-141229782AA0}"/>
                </a:ext>
              </a:extLst>
            </p:cNvPr>
            <p:cNvCxnSpPr/>
            <p:nvPr/>
          </p:nvCxnSpPr>
          <p:spPr bwMode="gray">
            <a:xfrm flipV="1">
              <a:off x="2744629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btfpColumnGapBlocker684411">
              <a:extLst>
                <a:ext uri="{FF2B5EF4-FFF2-40B4-BE49-F238E27FC236}">
                  <a16:creationId xmlns:a16="http://schemas.microsoft.com/office/drawing/2014/main" id="{1F4CA795-93AE-45AA-8FA5-D4109E889E8D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6" name="btfpColumnIndicator452666">
              <a:extLst>
                <a:ext uri="{FF2B5EF4-FFF2-40B4-BE49-F238E27FC236}">
                  <a16:creationId xmlns:a16="http://schemas.microsoft.com/office/drawing/2014/main" id="{29BE862B-4980-42F3-A2C3-918F52E3894F}"/>
                </a:ext>
              </a:extLst>
            </p:cNvPr>
            <p:cNvCxnSpPr/>
            <p:nvPr/>
          </p:nvCxnSpPr>
          <p:spPr bwMode="gray">
            <a:xfrm flipV="1">
              <a:off x="2204085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219683">
              <a:extLst>
                <a:ext uri="{FF2B5EF4-FFF2-40B4-BE49-F238E27FC236}">
                  <a16:creationId xmlns:a16="http://schemas.microsoft.com/office/drawing/2014/main" id="{06FEA1C8-3530-45ED-8A97-0C7446224AB7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Agenda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2829868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overall_0_132567767537723862 columns_5_132567882186792568 6_0_132581415226078729 8_1_132567764269829236 11_1_132567764269985124 14_1_132567764269985124 16_1_132567764785493229 64_1_132567766292909142 19_1_132567766292909142 20_1_132567766292909142 25_1_132567881147817775 42_1_132567882145479066 46_1_132567883367653807 49_1_132567883367653807 52_1_132567883367718864 55_1_132567883367718864 59_1_132567883367718864 23_1_132581545824502827 </a:t>
            </a:r>
            <a:endParaRPr kumimoji="0" lang="en-GB" sz="100" b="0" i="0" u="none" strike="noStrike" kern="1200" cap="none" spc="0" normalizeH="0" baseline="0" noProof="0" err="1">
              <a:ln>
                <a:noFill/>
              </a:ln>
              <a:solidFill>
                <a:srgbClr val="FFFFFF">
                  <a:alpha val="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btfpBulletedList981348"/>
          <p:cNvSpPr txBox="1"/>
          <p:nvPr>
            <p:custDataLst>
              <p:tags r:id="rId3"/>
            </p:custDataLst>
          </p:nvPr>
        </p:nvSpPr>
        <p:spPr bwMode="gray">
          <a:xfrm>
            <a:off x="5155161" y="1785152"/>
            <a:ext cx="6704014" cy="680562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 introductions 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Personal profiles, including working style and personal priorities</a:t>
            </a:r>
          </a:p>
        </p:txBody>
      </p:sp>
      <p:sp>
        <p:nvSpPr>
          <p:cNvPr id="19" name="btfpBulletedList981348"/>
          <p:cNvSpPr txBox="1"/>
          <p:nvPr>
            <p:custDataLst>
              <p:tags r:id="rId4"/>
            </p:custDataLst>
          </p:nvPr>
        </p:nvSpPr>
        <p:spPr bwMode="gray">
          <a:xfrm>
            <a:off x="5157788" y="4160833"/>
            <a:ext cx="6708267" cy="1403837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 norms guidance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norms dimensions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Tactical team logistics and next steps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5" name="btfpRowHeaderBox194268"/>
          <p:cNvGrpSpPr/>
          <p:nvPr>
            <p:custDataLst>
              <p:tags r:id="rId5"/>
            </p:custDataLst>
          </p:nvPr>
        </p:nvGrpSpPr>
        <p:grpSpPr>
          <a:xfrm>
            <a:off x="635266" y="1747192"/>
            <a:ext cx="3982772" cy="972979"/>
            <a:chOff x="510913" y="4609578"/>
            <a:chExt cx="2359287" cy="972979"/>
          </a:xfrm>
        </p:grpSpPr>
        <p:sp>
          <p:nvSpPr>
            <p:cNvPr id="21" name="btfpRowHeaderBoxText194268"/>
            <p:cNvSpPr txBox="1"/>
            <p:nvPr/>
          </p:nvSpPr>
          <p:spPr bwMode="gray">
            <a:xfrm>
              <a:off x="510913" y="4609578"/>
              <a:ext cx="2359287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Getting to know the team</a:t>
              </a:r>
            </a:p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(10 minutes) </a:t>
              </a:r>
            </a:p>
          </p:txBody>
        </p:sp>
        <p:cxnSp>
          <p:nvCxnSpPr>
            <p:cNvPr id="24" name="btfpRowHeaderBoxLine194268"/>
            <p:cNvCxnSpPr/>
            <p:nvPr/>
          </p:nvCxnSpPr>
          <p:spPr bwMode="gray">
            <a:xfrm>
              <a:off x="2870200" y="4609578"/>
              <a:ext cx="0" cy="972979"/>
            </a:xfrm>
            <a:prstGeom prst="line">
              <a:avLst/>
            </a:prstGeom>
            <a:ln w="152400" cap="flat">
              <a:solidFill>
                <a:srgbClr val="CC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btfpRowHeaderBox194268"/>
          <p:cNvGrpSpPr/>
          <p:nvPr>
            <p:custDataLst>
              <p:tags r:id="rId6"/>
            </p:custDataLst>
          </p:nvPr>
        </p:nvGrpSpPr>
        <p:grpSpPr>
          <a:xfrm>
            <a:off x="635266" y="4162257"/>
            <a:ext cx="3982772" cy="1040775"/>
            <a:chOff x="510913" y="4609578"/>
            <a:chExt cx="2359287" cy="972979"/>
          </a:xfrm>
        </p:grpSpPr>
        <p:sp>
          <p:nvSpPr>
            <p:cNvPr id="35" name="btfpRowHeaderBoxText194268"/>
            <p:cNvSpPr txBox="1"/>
            <p:nvPr/>
          </p:nvSpPr>
          <p:spPr bwMode="gray">
            <a:xfrm>
              <a:off x="510913" y="4609578"/>
              <a:ext cx="2359287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Aligning on norms and expectations</a:t>
              </a:r>
            </a:p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(25 minutes)</a:t>
              </a:r>
            </a:p>
          </p:txBody>
        </p:sp>
        <p:cxnSp>
          <p:nvCxnSpPr>
            <p:cNvPr id="36" name="btfpRowHeaderBoxLine194268"/>
            <p:cNvCxnSpPr/>
            <p:nvPr/>
          </p:nvCxnSpPr>
          <p:spPr bwMode="gray">
            <a:xfrm>
              <a:off x="2870200" y="4609578"/>
              <a:ext cx="0" cy="972979"/>
            </a:xfrm>
            <a:prstGeom prst="line">
              <a:avLst/>
            </a:prstGeom>
            <a:ln w="152400" cap="flat">
              <a:solidFill>
                <a:srgbClr val="CC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btfpNumberBubble470709"/>
          <p:cNvSpPr/>
          <p:nvPr/>
        </p:nvSpPr>
        <p:spPr bwMode="gray">
          <a:xfrm>
            <a:off x="317765" y="1747192"/>
            <a:ext cx="317500" cy="317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grpSp>
        <p:nvGrpSpPr>
          <p:cNvPr id="59" name="btfpColumnHeaderBox815429"/>
          <p:cNvGrpSpPr/>
          <p:nvPr>
            <p:custDataLst>
              <p:tags r:id="rId7"/>
            </p:custDataLst>
          </p:nvPr>
        </p:nvGrpSpPr>
        <p:grpSpPr>
          <a:xfrm>
            <a:off x="330200" y="1270000"/>
            <a:ext cx="4287838" cy="318997"/>
            <a:chOff x="330200" y="1270000"/>
            <a:chExt cx="1873885" cy="318997"/>
          </a:xfrm>
        </p:grpSpPr>
        <p:sp>
          <p:nvSpPr>
            <p:cNvPr id="57" name="btfpColumnHeaderBoxText815429"/>
            <p:cNvSpPr txBox="1"/>
            <p:nvPr/>
          </p:nvSpPr>
          <p:spPr bwMode="gray">
            <a:xfrm>
              <a:off x="330200" y="1270000"/>
              <a:ext cx="1873885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Key objectives</a:t>
              </a:r>
            </a:p>
          </p:txBody>
        </p:sp>
        <p:cxnSp>
          <p:nvCxnSpPr>
            <p:cNvPr id="58" name="btfpColumnHeaderBoxLine815429"/>
            <p:cNvCxnSpPr/>
            <p:nvPr/>
          </p:nvCxnSpPr>
          <p:spPr bwMode="gray">
            <a:xfrm>
              <a:off x="330200" y="1588997"/>
              <a:ext cx="1873885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btfpColumnHeaderBox101423"/>
          <p:cNvGrpSpPr/>
          <p:nvPr>
            <p:custDataLst>
              <p:tags r:id="rId8"/>
            </p:custDataLst>
          </p:nvPr>
        </p:nvGrpSpPr>
        <p:grpSpPr>
          <a:xfrm>
            <a:off x="5155161" y="1270000"/>
            <a:ext cx="6701877" cy="318997"/>
            <a:chOff x="2744629" y="1270000"/>
            <a:chExt cx="1873885" cy="318997"/>
          </a:xfrm>
        </p:grpSpPr>
        <p:sp>
          <p:nvSpPr>
            <p:cNvPr id="62" name="btfpColumnHeaderBoxText101423"/>
            <p:cNvSpPr txBox="1"/>
            <p:nvPr/>
          </p:nvSpPr>
          <p:spPr bwMode="gray">
            <a:xfrm>
              <a:off x="2744629" y="1270000"/>
              <a:ext cx="1873885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Kick-off components included in Best Case Experience toolkit</a:t>
              </a:r>
            </a:p>
          </p:txBody>
        </p:sp>
        <p:cxnSp>
          <p:nvCxnSpPr>
            <p:cNvPr id="63" name="btfpColumnHeaderBoxLine101423"/>
            <p:cNvCxnSpPr/>
            <p:nvPr/>
          </p:nvCxnSpPr>
          <p:spPr bwMode="gray">
            <a:xfrm>
              <a:off x="2744629" y="1588997"/>
              <a:ext cx="1873885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btfpNumberBubble470709"/>
          <p:cNvSpPr/>
          <p:nvPr/>
        </p:nvSpPr>
        <p:spPr bwMode="gray">
          <a:xfrm>
            <a:off x="317765" y="2878365"/>
            <a:ext cx="317500" cy="317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66" name="btfpNumberBubble470709"/>
          <p:cNvSpPr/>
          <p:nvPr/>
        </p:nvSpPr>
        <p:spPr bwMode="gray">
          <a:xfrm>
            <a:off x="317765" y="4159573"/>
            <a:ext cx="317500" cy="317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68" name="btfpBulletedList981348">
            <a:extLst>
              <a:ext uri="{FF2B5EF4-FFF2-40B4-BE49-F238E27FC236}">
                <a16:creationId xmlns:a16="http://schemas.microsoft.com/office/drawing/2014/main" id="{7B46A7B6-CA7F-AF01-D6A4-0F2E2F605EAC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gray">
          <a:xfrm>
            <a:off x="5157788" y="2885091"/>
            <a:ext cx="6704012" cy="1042199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Background, context and overall objective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Duration, scope and key deliverables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 set-up: Roles and responsibilities</a:t>
            </a:r>
          </a:p>
        </p:txBody>
      </p:sp>
      <p:grpSp>
        <p:nvGrpSpPr>
          <p:cNvPr id="69" name="btfpRowHeaderBox194268">
            <a:extLst>
              <a:ext uri="{FF2B5EF4-FFF2-40B4-BE49-F238E27FC236}">
                <a16:creationId xmlns:a16="http://schemas.microsoft.com/office/drawing/2014/main" id="{B439C770-63A4-0A01-0B70-157A19112CC6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35266" y="2885091"/>
            <a:ext cx="3982772" cy="1112246"/>
            <a:chOff x="510913" y="4609578"/>
            <a:chExt cx="2359287" cy="972979"/>
          </a:xfrm>
        </p:grpSpPr>
        <p:sp>
          <p:nvSpPr>
            <p:cNvPr id="70" name="btfpRowHeaderBoxText194268">
              <a:extLst>
                <a:ext uri="{FF2B5EF4-FFF2-40B4-BE49-F238E27FC236}">
                  <a16:creationId xmlns:a16="http://schemas.microsoft.com/office/drawing/2014/main" id="{EF309D76-0863-4419-BA4D-05030363B321}"/>
                </a:ext>
              </a:extLst>
            </p:cNvPr>
            <p:cNvSpPr txBox="1"/>
            <p:nvPr/>
          </p:nvSpPr>
          <p:spPr bwMode="gray">
            <a:xfrm>
              <a:off x="510913" y="4609578"/>
              <a:ext cx="2359287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Sharing the context and the plan</a:t>
              </a:r>
            </a:p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(25 minutes)</a:t>
              </a:r>
            </a:p>
          </p:txBody>
        </p:sp>
        <p:cxnSp>
          <p:nvCxnSpPr>
            <p:cNvPr id="71" name="btfpRowHeaderBoxLine194268">
              <a:extLst>
                <a:ext uri="{FF2B5EF4-FFF2-40B4-BE49-F238E27FC236}">
                  <a16:creationId xmlns:a16="http://schemas.microsoft.com/office/drawing/2014/main" id="{EE927B4A-BD49-EEC8-D696-86513435527A}"/>
                </a:ext>
              </a:extLst>
            </p:cNvPr>
            <p:cNvCxnSpPr/>
            <p:nvPr/>
          </p:nvCxnSpPr>
          <p:spPr bwMode="gray">
            <a:xfrm>
              <a:off x="2870200" y="4609578"/>
              <a:ext cx="0" cy="972979"/>
            </a:xfrm>
            <a:prstGeom prst="line">
              <a:avLst/>
            </a:prstGeom>
            <a:ln w="152400" cap="flat">
              <a:solidFill>
                <a:srgbClr val="CC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8C79C448-801F-B370-9202-627D9F930B28}"/>
              </a:ext>
            </a:extLst>
          </p:cNvPr>
          <p:cNvSpPr/>
          <p:nvPr/>
        </p:nvSpPr>
        <p:spPr bwMode="gray">
          <a:xfrm>
            <a:off x="317765" y="4082081"/>
            <a:ext cx="11522073" cy="1179168"/>
          </a:xfrm>
          <a:prstGeom prst="rect">
            <a:avLst/>
          </a:prstGeom>
          <a:noFill/>
          <a:ln w="19050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027E0F3-E875-FDB1-C2A2-B0480862F8FB}"/>
              </a:ext>
            </a:extLst>
          </p:cNvPr>
          <p:cNvSpPr/>
          <p:nvPr/>
        </p:nvSpPr>
        <p:spPr bwMode="gray">
          <a:xfrm>
            <a:off x="9513769" y="5079084"/>
            <a:ext cx="2208179" cy="24106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CC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Focus of this section</a:t>
            </a:r>
          </a:p>
        </p:txBody>
      </p:sp>
      <p:grpSp>
        <p:nvGrpSpPr>
          <p:cNvPr id="18" name="btfpRunningAgenda1Level829337">
            <a:extLst>
              <a:ext uri="{FF2B5EF4-FFF2-40B4-BE49-F238E27FC236}">
                <a16:creationId xmlns:a16="http://schemas.microsoft.com/office/drawing/2014/main" id="{0A7785A0-B580-9ED3-99D7-A87C3CF5E55A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944429"/>
            <a:ext cx="5974932" cy="257442"/>
            <a:chOff x="0" y="876300"/>
            <a:chExt cx="5974932" cy="257442"/>
          </a:xfrm>
        </p:grpSpPr>
        <p:sp>
          <p:nvSpPr>
            <p:cNvPr id="22" name="btfpRunningAgenda1LevelBarLeft829337">
              <a:extLst>
                <a:ext uri="{FF2B5EF4-FFF2-40B4-BE49-F238E27FC236}">
                  <a16:creationId xmlns:a16="http://schemas.microsoft.com/office/drawing/2014/main" id="{0916E723-04FC-3BB5-5B0D-17B52F378DBE}"/>
                </a:ext>
              </a:extLst>
            </p:cNvPr>
            <p:cNvSpPr/>
            <p:nvPr/>
          </p:nvSpPr>
          <p:spPr bwMode="gray">
            <a:xfrm>
              <a:off x="0" y="876300"/>
              <a:ext cx="5974932" cy="257442"/>
            </a:xfrm>
            <a:custGeom>
              <a:avLst/>
              <a:gdLst>
                <a:gd name="connsiteX0" fmla="*/ 95080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50801 w 1816204"/>
                <a:gd name="connsiteY0" fmla="*/ 0 h 257442"/>
                <a:gd name="connsiteX1" fmla="*/ 89608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1 w 950800"/>
                <a:gd name="connsiteY3" fmla="*/ 0 h 257442"/>
                <a:gd name="connsiteX0" fmla="*/ 1204076 w 1204076"/>
                <a:gd name="connsiteY0" fmla="*/ 0 h 257442"/>
                <a:gd name="connsiteX1" fmla="*/ 896080 w 1204076"/>
                <a:gd name="connsiteY1" fmla="*/ 257442 h 257442"/>
                <a:gd name="connsiteX2" fmla="*/ 0 w 1204076"/>
                <a:gd name="connsiteY2" fmla="*/ 257442 h 257442"/>
                <a:gd name="connsiteX3" fmla="*/ 1 w 1204076"/>
                <a:gd name="connsiteY3" fmla="*/ 0 h 257442"/>
                <a:gd name="connsiteX0" fmla="*/ 1204076 w 1204076"/>
                <a:gd name="connsiteY0" fmla="*/ 0 h 257442"/>
                <a:gd name="connsiteX1" fmla="*/ 1149355 w 1204076"/>
                <a:gd name="connsiteY1" fmla="*/ 257442 h 257442"/>
                <a:gd name="connsiteX2" fmla="*/ 0 w 1204076"/>
                <a:gd name="connsiteY2" fmla="*/ 257442 h 257442"/>
                <a:gd name="connsiteX3" fmla="*/ 1 w 1204076"/>
                <a:gd name="connsiteY3" fmla="*/ 0 h 257442"/>
                <a:gd name="connsiteX0" fmla="*/ 1204076 w 1204076"/>
                <a:gd name="connsiteY0" fmla="*/ 0 h 257442"/>
                <a:gd name="connsiteX1" fmla="*/ 1149355 w 1204076"/>
                <a:gd name="connsiteY1" fmla="*/ 257442 h 257442"/>
                <a:gd name="connsiteX2" fmla="*/ 0 w 1204076"/>
                <a:gd name="connsiteY2" fmla="*/ 257442 h 257442"/>
                <a:gd name="connsiteX3" fmla="*/ 1 w 1204076"/>
                <a:gd name="connsiteY3" fmla="*/ 0 h 257442"/>
                <a:gd name="connsiteX0" fmla="*/ 1204076 w 1204076"/>
                <a:gd name="connsiteY0" fmla="*/ 0 h 257442"/>
                <a:gd name="connsiteX1" fmla="*/ 1149355 w 1204076"/>
                <a:gd name="connsiteY1" fmla="*/ 257442 h 257442"/>
                <a:gd name="connsiteX2" fmla="*/ 0 w 1204076"/>
                <a:gd name="connsiteY2" fmla="*/ 257442 h 257442"/>
                <a:gd name="connsiteX3" fmla="*/ 0 w 1204076"/>
                <a:gd name="connsiteY3" fmla="*/ 0 h 257442"/>
                <a:gd name="connsiteX0" fmla="*/ 1382008 w 1382008"/>
                <a:gd name="connsiteY0" fmla="*/ 0 h 257442"/>
                <a:gd name="connsiteX1" fmla="*/ 1149355 w 1382008"/>
                <a:gd name="connsiteY1" fmla="*/ 257442 h 257442"/>
                <a:gd name="connsiteX2" fmla="*/ 0 w 1382008"/>
                <a:gd name="connsiteY2" fmla="*/ 257442 h 257442"/>
                <a:gd name="connsiteX3" fmla="*/ 0 w 1382008"/>
                <a:gd name="connsiteY3" fmla="*/ 0 h 257442"/>
                <a:gd name="connsiteX0" fmla="*/ 1382008 w 1382008"/>
                <a:gd name="connsiteY0" fmla="*/ 0 h 257442"/>
                <a:gd name="connsiteX1" fmla="*/ 1327287 w 1382008"/>
                <a:gd name="connsiteY1" fmla="*/ 257442 h 257442"/>
                <a:gd name="connsiteX2" fmla="*/ 0 w 1382008"/>
                <a:gd name="connsiteY2" fmla="*/ 257442 h 257442"/>
                <a:gd name="connsiteX3" fmla="*/ 0 w 1382008"/>
                <a:gd name="connsiteY3" fmla="*/ 0 h 257442"/>
                <a:gd name="connsiteX0" fmla="*/ 1382008 w 1382008"/>
                <a:gd name="connsiteY0" fmla="*/ 0 h 257442"/>
                <a:gd name="connsiteX1" fmla="*/ 1327287 w 1382008"/>
                <a:gd name="connsiteY1" fmla="*/ 257442 h 257442"/>
                <a:gd name="connsiteX2" fmla="*/ 0 w 1382008"/>
                <a:gd name="connsiteY2" fmla="*/ 257442 h 257442"/>
                <a:gd name="connsiteX3" fmla="*/ 0 w 1382008"/>
                <a:gd name="connsiteY3" fmla="*/ 0 h 257442"/>
                <a:gd name="connsiteX0" fmla="*/ 1382008 w 1382008"/>
                <a:gd name="connsiteY0" fmla="*/ 0 h 257442"/>
                <a:gd name="connsiteX1" fmla="*/ 1327287 w 1382008"/>
                <a:gd name="connsiteY1" fmla="*/ 257442 h 257442"/>
                <a:gd name="connsiteX2" fmla="*/ 0 w 1382008"/>
                <a:gd name="connsiteY2" fmla="*/ 257442 h 257442"/>
                <a:gd name="connsiteX3" fmla="*/ 0 w 1382008"/>
                <a:gd name="connsiteY3" fmla="*/ 0 h 257442"/>
                <a:gd name="connsiteX0" fmla="*/ 1550324 w 1550324"/>
                <a:gd name="connsiteY0" fmla="*/ 0 h 257442"/>
                <a:gd name="connsiteX1" fmla="*/ 1327287 w 1550324"/>
                <a:gd name="connsiteY1" fmla="*/ 257442 h 257442"/>
                <a:gd name="connsiteX2" fmla="*/ 0 w 1550324"/>
                <a:gd name="connsiteY2" fmla="*/ 257442 h 257442"/>
                <a:gd name="connsiteX3" fmla="*/ 0 w 1550324"/>
                <a:gd name="connsiteY3" fmla="*/ 0 h 257442"/>
                <a:gd name="connsiteX0" fmla="*/ 1550324 w 1550324"/>
                <a:gd name="connsiteY0" fmla="*/ 0 h 257442"/>
                <a:gd name="connsiteX1" fmla="*/ 1495603 w 1550324"/>
                <a:gd name="connsiteY1" fmla="*/ 257442 h 257442"/>
                <a:gd name="connsiteX2" fmla="*/ 0 w 1550324"/>
                <a:gd name="connsiteY2" fmla="*/ 257442 h 257442"/>
                <a:gd name="connsiteX3" fmla="*/ 0 w 1550324"/>
                <a:gd name="connsiteY3" fmla="*/ 0 h 257442"/>
                <a:gd name="connsiteX0" fmla="*/ 1550324 w 1550324"/>
                <a:gd name="connsiteY0" fmla="*/ 0 h 257442"/>
                <a:gd name="connsiteX1" fmla="*/ 1495603 w 1550324"/>
                <a:gd name="connsiteY1" fmla="*/ 257442 h 257442"/>
                <a:gd name="connsiteX2" fmla="*/ 0 w 1550324"/>
                <a:gd name="connsiteY2" fmla="*/ 257442 h 257442"/>
                <a:gd name="connsiteX3" fmla="*/ 0 w 1550324"/>
                <a:gd name="connsiteY3" fmla="*/ 0 h 257442"/>
                <a:gd name="connsiteX0" fmla="*/ 1550324 w 1550324"/>
                <a:gd name="connsiteY0" fmla="*/ 0 h 257442"/>
                <a:gd name="connsiteX1" fmla="*/ 1495603 w 1550324"/>
                <a:gd name="connsiteY1" fmla="*/ 257442 h 257442"/>
                <a:gd name="connsiteX2" fmla="*/ 0 w 1550324"/>
                <a:gd name="connsiteY2" fmla="*/ 257442 h 257442"/>
                <a:gd name="connsiteX3" fmla="*/ 0 w 1550324"/>
                <a:gd name="connsiteY3" fmla="*/ 0 h 257442"/>
                <a:gd name="connsiteX0" fmla="*/ 1819629 w 1819629"/>
                <a:gd name="connsiteY0" fmla="*/ 0 h 257442"/>
                <a:gd name="connsiteX1" fmla="*/ 1495603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819629 w 1819629"/>
                <a:gd name="connsiteY0" fmla="*/ 0 h 257442"/>
                <a:gd name="connsiteX1" fmla="*/ 1764908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819629 w 1819629"/>
                <a:gd name="connsiteY0" fmla="*/ 0 h 257442"/>
                <a:gd name="connsiteX1" fmla="*/ 1764908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819629 w 1819629"/>
                <a:gd name="connsiteY0" fmla="*/ 0 h 257442"/>
                <a:gd name="connsiteX1" fmla="*/ 1764908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997562 w 1997562"/>
                <a:gd name="connsiteY0" fmla="*/ 0 h 257442"/>
                <a:gd name="connsiteX1" fmla="*/ 1764908 w 1997562"/>
                <a:gd name="connsiteY1" fmla="*/ 257442 h 257442"/>
                <a:gd name="connsiteX2" fmla="*/ 0 w 1997562"/>
                <a:gd name="connsiteY2" fmla="*/ 257442 h 257442"/>
                <a:gd name="connsiteX3" fmla="*/ 0 w 1997562"/>
                <a:gd name="connsiteY3" fmla="*/ 0 h 257442"/>
                <a:gd name="connsiteX0" fmla="*/ 1997562 w 1997562"/>
                <a:gd name="connsiteY0" fmla="*/ 0 h 257442"/>
                <a:gd name="connsiteX1" fmla="*/ 1942840 w 1997562"/>
                <a:gd name="connsiteY1" fmla="*/ 257442 h 257442"/>
                <a:gd name="connsiteX2" fmla="*/ 0 w 1997562"/>
                <a:gd name="connsiteY2" fmla="*/ 257442 h 257442"/>
                <a:gd name="connsiteX3" fmla="*/ 0 w 1997562"/>
                <a:gd name="connsiteY3" fmla="*/ 0 h 257442"/>
                <a:gd name="connsiteX0" fmla="*/ 1997563 w 1997563"/>
                <a:gd name="connsiteY0" fmla="*/ 0 h 257442"/>
                <a:gd name="connsiteX1" fmla="*/ 1942841 w 1997563"/>
                <a:gd name="connsiteY1" fmla="*/ 257442 h 257442"/>
                <a:gd name="connsiteX2" fmla="*/ 0 w 1997563"/>
                <a:gd name="connsiteY2" fmla="*/ 257442 h 257442"/>
                <a:gd name="connsiteX3" fmla="*/ 1 w 1997563"/>
                <a:gd name="connsiteY3" fmla="*/ 0 h 257442"/>
                <a:gd name="connsiteX0" fmla="*/ 1997563 w 1997563"/>
                <a:gd name="connsiteY0" fmla="*/ 0 h 257442"/>
                <a:gd name="connsiteX1" fmla="*/ 1942841 w 1997563"/>
                <a:gd name="connsiteY1" fmla="*/ 257442 h 257442"/>
                <a:gd name="connsiteX2" fmla="*/ 0 w 1997563"/>
                <a:gd name="connsiteY2" fmla="*/ 257442 h 257442"/>
                <a:gd name="connsiteX3" fmla="*/ 1 w 1997563"/>
                <a:gd name="connsiteY3" fmla="*/ 0 h 257442"/>
                <a:gd name="connsiteX0" fmla="*/ 2276485 w 2276485"/>
                <a:gd name="connsiteY0" fmla="*/ 0 h 257442"/>
                <a:gd name="connsiteX1" fmla="*/ 1942841 w 2276485"/>
                <a:gd name="connsiteY1" fmla="*/ 257442 h 257442"/>
                <a:gd name="connsiteX2" fmla="*/ 0 w 2276485"/>
                <a:gd name="connsiteY2" fmla="*/ 257442 h 257442"/>
                <a:gd name="connsiteX3" fmla="*/ 1 w 2276485"/>
                <a:gd name="connsiteY3" fmla="*/ 0 h 257442"/>
                <a:gd name="connsiteX0" fmla="*/ 2276485 w 2276485"/>
                <a:gd name="connsiteY0" fmla="*/ 0 h 257442"/>
                <a:gd name="connsiteX1" fmla="*/ 2221764 w 2276485"/>
                <a:gd name="connsiteY1" fmla="*/ 257442 h 257442"/>
                <a:gd name="connsiteX2" fmla="*/ 0 w 2276485"/>
                <a:gd name="connsiteY2" fmla="*/ 257442 h 257442"/>
                <a:gd name="connsiteX3" fmla="*/ 1 w 2276485"/>
                <a:gd name="connsiteY3" fmla="*/ 0 h 257442"/>
                <a:gd name="connsiteX0" fmla="*/ 2276484 w 2276484"/>
                <a:gd name="connsiteY0" fmla="*/ 0 h 257442"/>
                <a:gd name="connsiteX1" fmla="*/ 2221763 w 2276484"/>
                <a:gd name="connsiteY1" fmla="*/ 257442 h 257442"/>
                <a:gd name="connsiteX2" fmla="*/ 0 w 2276484"/>
                <a:gd name="connsiteY2" fmla="*/ 257442 h 257442"/>
                <a:gd name="connsiteX3" fmla="*/ 0 w 2276484"/>
                <a:gd name="connsiteY3" fmla="*/ 0 h 257442"/>
                <a:gd name="connsiteX0" fmla="*/ 2276485 w 2276485"/>
                <a:gd name="connsiteY0" fmla="*/ 0 h 257442"/>
                <a:gd name="connsiteX1" fmla="*/ 2221764 w 2276485"/>
                <a:gd name="connsiteY1" fmla="*/ 257442 h 257442"/>
                <a:gd name="connsiteX2" fmla="*/ 1 w 2276485"/>
                <a:gd name="connsiteY2" fmla="*/ 257442 h 257442"/>
                <a:gd name="connsiteX3" fmla="*/ 0 w 2276485"/>
                <a:gd name="connsiteY3" fmla="*/ 0 h 257442"/>
                <a:gd name="connsiteX0" fmla="*/ 2444801 w 2444801"/>
                <a:gd name="connsiteY0" fmla="*/ 0 h 257442"/>
                <a:gd name="connsiteX1" fmla="*/ 2221764 w 2444801"/>
                <a:gd name="connsiteY1" fmla="*/ 257442 h 257442"/>
                <a:gd name="connsiteX2" fmla="*/ 1 w 2444801"/>
                <a:gd name="connsiteY2" fmla="*/ 257442 h 257442"/>
                <a:gd name="connsiteX3" fmla="*/ 0 w 2444801"/>
                <a:gd name="connsiteY3" fmla="*/ 0 h 257442"/>
                <a:gd name="connsiteX0" fmla="*/ 2444801 w 2444801"/>
                <a:gd name="connsiteY0" fmla="*/ 0 h 257442"/>
                <a:gd name="connsiteX1" fmla="*/ 2390080 w 2444801"/>
                <a:gd name="connsiteY1" fmla="*/ 257442 h 257442"/>
                <a:gd name="connsiteX2" fmla="*/ 1 w 2444801"/>
                <a:gd name="connsiteY2" fmla="*/ 257442 h 257442"/>
                <a:gd name="connsiteX3" fmla="*/ 0 w 2444801"/>
                <a:gd name="connsiteY3" fmla="*/ 0 h 257442"/>
                <a:gd name="connsiteX0" fmla="*/ 2444801 w 2444801"/>
                <a:gd name="connsiteY0" fmla="*/ 0 h 257442"/>
                <a:gd name="connsiteX1" fmla="*/ 2390080 w 2444801"/>
                <a:gd name="connsiteY1" fmla="*/ 257442 h 257442"/>
                <a:gd name="connsiteX2" fmla="*/ 1 w 2444801"/>
                <a:gd name="connsiteY2" fmla="*/ 257442 h 257442"/>
                <a:gd name="connsiteX3" fmla="*/ 0 w 2444801"/>
                <a:gd name="connsiteY3" fmla="*/ 0 h 257442"/>
                <a:gd name="connsiteX0" fmla="*/ 2444800 w 2444800"/>
                <a:gd name="connsiteY0" fmla="*/ 0 h 257442"/>
                <a:gd name="connsiteX1" fmla="*/ 2390079 w 2444800"/>
                <a:gd name="connsiteY1" fmla="*/ 257442 h 257442"/>
                <a:gd name="connsiteX2" fmla="*/ 0 w 2444800"/>
                <a:gd name="connsiteY2" fmla="*/ 257442 h 257442"/>
                <a:gd name="connsiteX3" fmla="*/ 0 w 2444800"/>
                <a:gd name="connsiteY3" fmla="*/ 0 h 257442"/>
                <a:gd name="connsiteX0" fmla="*/ 2714103 w 2714103"/>
                <a:gd name="connsiteY0" fmla="*/ 0 h 257442"/>
                <a:gd name="connsiteX1" fmla="*/ 2390079 w 2714103"/>
                <a:gd name="connsiteY1" fmla="*/ 257442 h 257442"/>
                <a:gd name="connsiteX2" fmla="*/ 0 w 2714103"/>
                <a:gd name="connsiteY2" fmla="*/ 257442 h 257442"/>
                <a:gd name="connsiteX3" fmla="*/ 0 w 2714103"/>
                <a:gd name="connsiteY3" fmla="*/ 0 h 257442"/>
                <a:gd name="connsiteX0" fmla="*/ 2714103 w 2714103"/>
                <a:gd name="connsiteY0" fmla="*/ 0 h 257442"/>
                <a:gd name="connsiteX1" fmla="*/ 2659382 w 2714103"/>
                <a:gd name="connsiteY1" fmla="*/ 257442 h 257442"/>
                <a:gd name="connsiteX2" fmla="*/ 0 w 2714103"/>
                <a:gd name="connsiteY2" fmla="*/ 257442 h 257442"/>
                <a:gd name="connsiteX3" fmla="*/ 0 w 2714103"/>
                <a:gd name="connsiteY3" fmla="*/ 0 h 257442"/>
                <a:gd name="connsiteX0" fmla="*/ 2714104 w 2714104"/>
                <a:gd name="connsiteY0" fmla="*/ 0 h 257442"/>
                <a:gd name="connsiteX1" fmla="*/ 2659383 w 2714104"/>
                <a:gd name="connsiteY1" fmla="*/ 257442 h 257442"/>
                <a:gd name="connsiteX2" fmla="*/ 0 w 2714104"/>
                <a:gd name="connsiteY2" fmla="*/ 257442 h 257442"/>
                <a:gd name="connsiteX3" fmla="*/ 1 w 2714104"/>
                <a:gd name="connsiteY3" fmla="*/ 0 h 257442"/>
                <a:gd name="connsiteX0" fmla="*/ 2714104 w 2714104"/>
                <a:gd name="connsiteY0" fmla="*/ 0 h 257442"/>
                <a:gd name="connsiteX1" fmla="*/ 2659383 w 2714104"/>
                <a:gd name="connsiteY1" fmla="*/ 257442 h 257442"/>
                <a:gd name="connsiteX2" fmla="*/ 0 w 2714104"/>
                <a:gd name="connsiteY2" fmla="*/ 257442 h 257442"/>
                <a:gd name="connsiteX3" fmla="*/ 0 w 2714104"/>
                <a:gd name="connsiteY3" fmla="*/ 0 h 257442"/>
                <a:gd name="connsiteX0" fmla="*/ 2892037 w 2892037"/>
                <a:gd name="connsiteY0" fmla="*/ 0 h 257442"/>
                <a:gd name="connsiteX1" fmla="*/ 2659383 w 2892037"/>
                <a:gd name="connsiteY1" fmla="*/ 257442 h 257442"/>
                <a:gd name="connsiteX2" fmla="*/ 0 w 2892037"/>
                <a:gd name="connsiteY2" fmla="*/ 257442 h 257442"/>
                <a:gd name="connsiteX3" fmla="*/ 0 w 2892037"/>
                <a:gd name="connsiteY3" fmla="*/ 0 h 257442"/>
                <a:gd name="connsiteX0" fmla="*/ 2892037 w 2892037"/>
                <a:gd name="connsiteY0" fmla="*/ 0 h 257442"/>
                <a:gd name="connsiteX1" fmla="*/ 2837316 w 2892037"/>
                <a:gd name="connsiteY1" fmla="*/ 257442 h 257442"/>
                <a:gd name="connsiteX2" fmla="*/ 0 w 2892037"/>
                <a:gd name="connsiteY2" fmla="*/ 257442 h 257442"/>
                <a:gd name="connsiteX3" fmla="*/ 0 w 2892037"/>
                <a:gd name="connsiteY3" fmla="*/ 0 h 257442"/>
                <a:gd name="connsiteX0" fmla="*/ 2892037 w 2892037"/>
                <a:gd name="connsiteY0" fmla="*/ 0 h 257442"/>
                <a:gd name="connsiteX1" fmla="*/ 2837316 w 2892037"/>
                <a:gd name="connsiteY1" fmla="*/ 257442 h 257442"/>
                <a:gd name="connsiteX2" fmla="*/ 0 w 2892037"/>
                <a:gd name="connsiteY2" fmla="*/ 257442 h 257442"/>
                <a:gd name="connsiteX3" fmla="*/ 0 w 2892037"/>
                <a:gd name="connsiteY3" fmla="*/ 0 h 257442"/>
                <a:gd name="connsiteX0" fmla="*/ 2892037 w 2892037"/>
                <a:gd name="connsiteY0" fmla="*/ 0 h 257442"/>
                <a:gd name="connsiteX1" fmla="*/ 2837316 w 2892037"/>
                <a:gd name="connsiteY1" fmla="*/ 257442 h 257442"/>
                <a:gd name="connsiteX2" fmla="*/ 0 w 2892037"/>
                <a:gd name="connsiteY2" fmla="*/ 257442 h 257442"/>
                <a:gd name="connsiteX3" fmla="*/ 0 w 2892037"/>
                <a:gd name="connsiteY3" fmla="*/ 0 h 257442"/>
                <a:gd name="connsiteX0" fmla="*/ 3060353 w 3060353"/>
                <a:gd name="connsiteY0" fmla="*/ 0 h 257442"/>
                <a:gd name="connsiteX1" fmla="*/ 2837316 w 3060353"/>
                <a:gd name="connsiteY1" fmla="*/ 257442 h 257442"/>
                <a:gd name="connsiteX2" fmla="*/ 0 w 3060353"/>
                <a:gd name="connsiteY2" fmla="*/ 257442 h 257442"/>
                <a:gd name="connsiteX3" fmla="*/ 0 w 3060353"/>
                <a:gd name="connsiteY3" fmla="*/ 0 h 257442"/>
                <a:gd name="connsiteX0" fmla="*/ 3060353 w 3060353"/>
                <a:gd name="connsiteY0" fmla="*/ 0 h 257442"/>
                <a:gd name="connsiteX1" fmla="*/ 3005632 w 3060353"/>
                <a:gd name="connsiteY1" fmla="*/ 257442 h 257442"/>
                <a:gd name="connsiteX2" fmla="*/ 0 w 3060353"/>
                <a:gd name="connsiteY2" fmla="*/ 257442 h 257442"/>
                <a:gd name="connsiteX3" fmla="*/ 0 w 3060353"/>
                <a:gd name="connsiteY3" fmla="*/ 0 h 257442"/>
                <a:gd name="connsiteX0" fmla="*/ 3060353 w 3060353"/>
                <a:gd name="connsiteY0" fmla="*/ 0 h 257442"/>
                <a:gd name="connsiteX1" fmla="*/ 3005632 w 3060353"/>
                <a:gd name="connsiteY1" fmla="*/ 257442 h 257442"/>
                <a:gd name="connsiteX2" fmla="*/ 0 w 3060353"/>
                <a:gd name="connsiteY2" fmla="*/ 257442 h 257442"/>
                <a:gd name="connsiteX3" fmla="*/ 0 w 3060353"/>
                <a:gd name="connsiteY3" fmla="*/ 0 h 257442"/>
                <a:gd name="connsiteX0" fmla="*/ 3060353 w 3060353"/>
                <a:gd name="connsiteY0" fmla="*/ 0 h 257442"/>
                <a:gd name="connsiteX1" fmla="*/ 3005632 w 3060353"/>
                <a:gd name="connsiteY1" fmla="*/ 257442 h 257442"/>
                <a:gd name="connsiteX2" fmla="*/ 0 w 3060353"/>
                <a:gd name="connsiteY2" fmla="*/ 257442 h 257442"/>
                <a:gd name="connsiteX3" fmla="*/ 0 w 3060353"/>
                <a:gd name="connsiteY3" fmla="*/ 0 h 257442"/>
                <a:gd name="connsiteX0" fmla="*/ 3246301 w 3246301"/>
                <a:gd name="connsiteY0" fmla="*/ 0 h 257442"/>
                <a:gd name="connsiteX1" fmla="*/ 3005632 w 3246301"/>
                <a:gd name="connsiteY1" fmla="*/ 257442 h 257442"/>
                <a:gd name="connsiteX2" fmla="*/ 0 w 3246301"/>
                <a:gd name="connsiteY2" fmla="*/ 257442 h 257442"/>
                <a:gd name="connsiteX3" fmla="*/ 0 w 3246301"/>
                <a:gd name="connsiteY3" fmla="*/ 0 h 257442"/>
                <a:gd name="connsiteX0" fmla="*/ 3246301 w 3246301"/>
                <a:gd name="connsiteY0" fmla="*/ 0 h 257442"/>
                <a:gd name="connsiteX1" fmla="*/ 3191580 w 3246301"/>
                <a:gd name="connsiteY1" fmla="*/ 257442 h 257442"/>
                <a:gd name="connsiteX2" fmla="*/ 0 w 3246301"/>
                <a:gd name="connsiteY2" fmla="*/ 257442 h 257442"/>
                <a:gd name="connsiteX3" fmla="*/ 0 w 3246301"/>
                <a:gd name="connsiteY3" fmla="*/ 0 h 257442"/>
                <a:gd name="connsiteX0" fmla="*/ 3246301 w 3246301"/>
                <a:gd name="connsiteY0" fmla="*/ 0 h 257442"/>
                <a:gd name="connsiteX1" fmla="*/ 3191580 w 3246301"/>
                <a:gd name="connsiteY1" fmla="*/ 257442 h 257442"/>
                <a:gd name="connsiteX2" fmla="*/ 0 w 3246301"/>
                <a:gd name="connsiteY2" fmla="*/ 257442 h 257442"/>
                <a:gd name="connsiteX3" fmla="*/ 0 w 3246301"/>
                <a:gd name="connsiteY3" fmla="*/ 0 h 257442"/>
                <a:gd name="connsiteX0" fmla="*/ 3246301 w 3246301"/>
                <a:gd name="connsiteY0" fmla="*/ 0 h 257442"/>
                <a:gd name="connsiteX1" fmla="*/ 3191580 w 3246301"/>
                <a:gd name="connsiteY1" fmla="*/ 257442 h 257442"/>
                <a:gd name="connsiteX2" fmla="*/ 0 w 3246301"/>
                <a:gd name="connsiteY2" fmla="*/ 257442 h 257442"/>
                <a:gd name="connsiteX3" fmla="*/ 0 w 3246301"/>
                <a:gd name="connsiteY3" fmla="*/ 0 h 257442"/>
                <a:gd name="connsiteX0" fmla="*/ 3406602 w 3406602"/>
                <a:gd name="connsiteY0" fmla="*/ 0 h 257442"/>
                <a:gd name="connsiteX1" fmla="*/ 3191580 w 3406602"/>
                <a:gd name="connsiteY1" fmla="*/ 257442 h 257442"/>
                <a:gd name="connsiteX2" fmla="*/ 0 w 3406602"/>
                <a:gd name="connsiteY2" fmla="*/ 257442 h 257442"/>
                <a:gd name="connsiteX3" fmla="*/ 0 w 3406602"/>
                <a:gd name="connsiteY3" fmla="*/ 0 h 257442"/>
                <a:gd name="connsiteX0" fmla="*/ 3406602 w 3406602"/>
                <a:gd name="connsiteY0" fmla="*/ 0 h 257442"/>
                <a:gd name="connsiteX1" fmla="*/ 3351880 w 3406602"/>
                <a:gd name="connsiteY1" fmla="*/ 257442 h 257442"/>
                <a:gd name="connsiteX2" fmla="*/ 0 w 3406602"/>
                <a:gd name="connsiteY2" fmla="*/ 257442 h 257442"/>
                <a:gd name="connsiteX3" fmla="*/ 0 w 3406602"/>
                <a:gd name="connsiteY3" fmla="*/ 0 h 257442"/>
                <a:gd name="connsiteX0" fmla="*/ 3406603 w 3406603"/>
                <a:gd name="connsiteY0" fmla="*/ 0 h 257442"/>
                <a:gd name="connsiteX1" fmla="*/ 3351881 w 3406603"/>
                <a:gd name="connsiteY1" fmla="*/ 257442 h 257442"/>
                <a:gd name="connsiteX2" fmla="*/ 0 w 3406603"/>
                <a:gd name="connsiteY2" fmla="*/ 257442 h 257442"/>
                <a:gd name="connsiteX3" fmla="*/ 1 w 3406603"/>
                <a:gd name="connsiteY3" fmla="*/ 0 h 257442"/>
                <a:gd name="connsiteX0" fmla="*/ 3406603 w 3406603"/>
                <a:gd name="connsiteY0" fmla="*/ 0 h 257442"/>
                <a:gd name="connsiteX1" fmla="*/ 3351881 w 3406603"/>
                <a:gd name="connsiteY1" fmla="*/ 257442 h 257442"/>
                <a:gd name="connsiteX2" fmla="*/ 0 w 3406603"/>
                <a:gd name="connsiteY2" fmla="*/ 257442 h 257442"/>
                <a:gd name="connsiteX3" fmla="*/ 1 w 3406603"/>
                <a:gd name="connsiteY3" fmla="*/ 0 h 257442"/>
                <a:gd name="connsiteX0" fmla="*/ 3670200 w 3670200"/>
                <a:gd name="connsiteY0" fmla="*/ 0 h 257442"/>
                <a:gd name="connsiteX1" fmla="*/ 3351881 w 3670200"/>
                <a:gd name="connsiteY1" fmla="*/ 257442 h 257442"/>
                <a:gd name="connsiteX2" fmla="*/ 0 w 3670200"/>
                <a:gd name="connsiteY2" fmla="*/ 257442 h 257442"/>
                <a:gd name="connsiteX3" fmla="*/ 1 w 3670200"/>
                <a:gd name="connsiteY3" fmla="*/ 0 h 257442"/>
                <a:gd name="connsiteX0" fmla="*/ 3670200 w 3670200"/>
                <a:gd name="connsiteY0" fmla="*/ 0 h 257442"/>
                <a:gd name="connsiteX1" fmla="*/ 3615478 w 3670200"/>
                <a:gd name="connsiteY1" fmla="*/ 257442 h 257442"/>
                <a:gd name="connsiteX2" fmla="*/ 0 w 3670200"/>
                <a:gd name="connsiteY2" fmla="*/ 257442 h 257442"/>
                <a:gd name="connsiteX3" fmla="*/ 1 w 3670200"/>
                <a:gd name="connsiteY3" fmla="*/ 0 h 257442"/>
                <a:gd name="connsiteX0" fmla="*/ 3670200 w 3670200"/>
                <a:gd name="connsiteY0" fmla="*/ 0 h 257442"/>
                <a:gd name="connsiteX1" fmla="*/ 3615478 w 3670200"/>
                <a:gd name="connsiteY1" fmla="*/ 257442 h 257442"/>
                <a:gd name="connsiteX2" fmla="*/ 0 w 3670200"/>
                <a:gd name="connsiteY2" fmla="*/ 257442 h 257442"/>
                <a:gd name="connsiteX3" fmla="*/ 1 w 3670200"/>
                <a:gd name="connsiteY3" fmla="*/ 0 h 257442"/>
                <a:gd name="connsiteX0" fmla="*/ 3670200 w 3670200"/>
                <a:gd name="connsiteY0" fmla="*/ 0 h 257442"/>
                <a:gd name="connsiteX1" fmla="*/ 3615478 w 3670200"/>
                <a:gd name="connsiteY1" fmla="*/ 257442 h 257442"/>
                <a:gd name="connsiteX2" fmla="*/ 0 w 3670200"/>
                <a:gd name="connsiteY2" fmla="*/ 257442 h 257442"/>
                <a:gd name="connsiteX3" fmla="*/ 0 w 3670200"/>
                <a:gd name="connsiteY3" fmla="*/ 0 h 257442"/>
                <a:gd name="connsiteX0" fmla="*/ 3838515 w 3838515"/>
                <a:gd name="connsiteY0" fmla="*/ 0 h 257442"/>
                <a:gd name="connsiteX1" fmla="*/ 3615478 w 3838515"/>
                <a:gd name="connsiteY1" fmla="*/ 257442 h 257442"/>
                <a:gd name="connsiteX2" fmla="*/ 0 w 3838515"/>
                <a:gd name="connsiteY2" fmla="*/ 257442 h 257442"/>
                <a:gd name="connsiteX3" fmla="*/ 0 w 3838515"/>
                <a:gd name="connsiteY3" fmla="*/ 0 h 257442"/>
                <a:gd name="connsiteX0" fmla="*/ 3838515 w 3838515"/>
                <a:gd name="connsiteY0" fmla="*/ 0 h 257442"/>
                <a:gd name="connsiteX1" fmla="*/ 3783794 w 3838515"/>
                <a:gd name="connsiteY1" fmla="*/ 257442 h 257442"/>
                <a:gd name="connsiteX2" fmla="*/ 0 w 3838515"/>
                <a:gd name="connsiteY2" fmla="*/ 257442 h 257442"/>
                <a:gd name="connsiteX3" fmla="*/ 0 w 3838515"/>
                <a:gd name="connsiteY3" fmla="*/ 0 h 257442"/>
                <a:gd name="connsiteX0" fmla="*/ 3838515 w 3838515"/>
                <a:gd name="connsiteY0" fmla="*/ 0 h 257442"/>
                <a:gd name="connsiteX1" fmla="*/ 3783794 w 3838515"/>
                <a:gd name="connsiteY1" fmla="*/ 257442 h 257442"/>
                <a:gd name="connsiteX2" fmla="*/ 0 w 3838515"/>
                <a:gd name="connsiteY2" fmla="*/ 257442 h 257442"/>
                <a:gd name="connsiteX3" fmla="*/ 0 w 3838515"/>
                <a:gd name="connsiteY3" fmla="*/ 0 h 257442"/>
                <a:gd name="connsiteX0" fmla="*/ 3838515 w 3838515"/>
                <a:gd name="connsiteY0" fmla="*/ 0 h 257442"/>
                <a:gd name="connsiteX1" fmla="*/ 3783794 w 3838515"/>
                <a:gd name="connsiteY1" fmla="*/ 257442 h 257442"/>
                <a:gd name="connsiteX2" fmla="*/ 0 w 3838515"/>
                <a:gd name="connsiteY2" fmla="*/ 257442 h 257442"/>
                <a:gd name="connsiteX3" fmla="*/ 0 w 3838515"/>
                <a:gd name="connsiteY3" fmla="*/ 0 h 257442"/>
                <a:gd name="connsiteX0" fmla="*/ 4006830 w 4006830"/>
                <a:gd name="connsiteY0" fmla="*/ 0 h 257442"/>
                <a:gd name="connsiteX1" fmla="*/ 3783794 w 4006830"/>
                <a:gd name="connsiteY1" fmla="*/ 257442 h 257442"/>
                <a:gd name="connsiteX2" fmla="*/ 0 w 4006830"/>
                <a:gd name="connsiteY2" fmla="*/ 257442 h 257442"/>
                <a:gd name="connsiteX3" fmla="*/ 0 w 4006830"/>
                <a:gd name="connsiteY3" fmla="*/ 0 h 257442"/>
                <a:gd name="connsiteX0" fmla="*/ 4006830 w 4006830"/>
                <a:gd name="connsiteY0" fmla="*/ 0 h 257442"/>
                <a:gd name="connsiteX1" fmla="*/ 3952108 w 4006830"/>
                <a:gd name="connsiteY1" fmla="*/ 257442 h 257442"/>
                <a:gd name="connsiteX2" fmla="*/ 0 w 4006830"/>
                <a:gd name="connsiteY2" fmla="*/ 257442 h 257442"/>
                <a:gd name="connsiteX3" fmla="*/ 0 w 4006830"/>
                <a:gd name="connsiteY3" fmla="*/ 0 h 257442"/>
                <a:gd name="connsiteX0" fmla="*/ 4006831 w 4006831"/>
                <a:gd name="connsiteY0" fmla="*/ 0 h 257442"/>
                <a:gd name="connsiteX1" fmla="*/ 3952109 w 4006831"/>
                <a:gd name="connsiteY1" fmla="*/ 257442 h 257442"/>
                <a:gd name="connsiteX2" fmla="*/ 0 w 4006831"/>
                <a:gd name="connsiteY2" fmla="*/ 257442 h 257442"/>
                <a:gd name="connsiteX3" fmla="*/ 1 w 4006831"/>
                <a:gd name="connsiteY3" fmla="*/ 0 h 257442"/>
                <a:gd name="connsiteX0" fmla="*/ 4006831 w 4006831"/>
                <a:gd name="connsiteY0" fmla="*/ 0 h 257442"/>
                <a:gd name="connsiteX1" fmla="*/ 3952109 w 4006831"/>
                <a:gd name="connsiteY1" fmla="*/ 257442 h 257442"/>
                <a:gd name="connsiteX2" fmla="*/ 0 w 4006831"/>
                <a:gd name="connsiteY2" fmla="*/ 257442 h 257442"/>
                <a:gd name="connsiteX3" fmla="*/ 1 w 4006831"/>
                <a:gd name="connsiteY3" fmla="*/ 0 h 257442"/>
                <a:gd name="connsiteX0" fmla="*/ 4268121 w 4268121"/>
                <a:gd name="connsiteY0" fmla="*/ 0 h 257442"/>
                <a:gd name="connsiteX1" fmla="*/ 3952109 w 4268121"/>
                <a:gd name="connsiteY1" fmla="*/ 257442 h 257442"/>
                <a:gd name="connsiteX2" fmla="*/ 0 w 4268121"/>
                <a:gd name="connsiteY2" fmla="*/ 257442 h 257442"/>
                <a:gd name="connsiteX3" fmla="*/ 1 w 4268121"/>
                <a:gd name="connsiteY3" fmla="*/ 0 h 257442"/>
                <a:gd name="connsiteX0" fmla="*/ 4268121 w 4268121"/>
                <a:gd name="connsiteY0" fmla="*/ 0 h 257442"/>
                <a:gd name="connsiteX1" fmla="*/ 4213400 w 4268121"/>
                <a:gd name="connsiteY1" fmla="*/ 257442 h 257442"/>
                <a:gd name="connsiteX2" fmla="*/ 0 w 4268121"/>
                <a:gd name="connsiteY2" fmla="*/ 257442 h 257442"/>
                <a:gd name="connsiteX3" fmla="*/ 1 w 4268121"/>
                <a:gd name="connsiteY3" fmla="*/ 0 h 257442"/>
                <a:gd name="connsiteX0" fmla="*/ 4268120 w 4268120"/>
                <a:gd name="connsiteY0" fmla="*/ 0 h 257442"/>
                <a:gd name="connsiteX1" fmla="*/ 4213399 w 4268120"/>
                <a:gd name="connsiteY1" fmla="*/ 257442 h 257442"/>
                <a:gd name="connsiteX2" fmla="*/ 0 w 4268120"/>
                <a:gd name="connsiteY2" fmla="*/ 257442 h 257442"/>
                <a:gd name="connsiteX3" fmla="*/ 0 w 4268120"/>
                <a:gd name="connsiteY3" fmla="*/ 0 h 257442"/>
                <a:gd name="connsiteX0" fmla="*/ 4268121 w 4268121"/>
                <a:gd name="connsiteY0" fmla="*/ 0 h 257442"/>
                <a:gd name="connsiteX1" fmla="*/ 4213400 w 4268121"/>
                <a:gd name="connsiteY1" fmla="*/ 257442 h 257442"/>
                <a:gd name="connsiteX2" fmla="*/ 1 w 4268121"/>
                <a:gd name="connsiteY2" fmla="*/ 257442 h 257442"/>
                <a:gd name="connsiteX3" fmla="*/ 0 w 4268121"/>
                <a:gd name="connsiteY3" fmla="*/ 0 h 257442"/>
                <a:gd name="connsiteX0" fmla="*/ 4428421 w 4428421"/>
                <a:gd name="connsiteY0" fmla="*/ 0 h 257442"/>
                <a:gd name="connsiteX1" fmla="*/ 4213400 w 4428421"/>
                <a:gd name="connsiteY1" fmla="*/ 257442 h 257442"/>
                <a:gd name="connsiteX2" fmla="*/ 1 w 4428421"/>
                <a:gd name="connsiteY2" fmla="*/ 257442 h 257442"/>
                <a:gd name="connsiteX3" fmla="*/ 0 w 4428421"/>
                <a:gd name="connsiteY3" fmla="*/ 0 h 257442"/>
                <a:gd name="connsiteX0" fmla="*/ 4428421 w 4428421"/>
                <a:gd name="connsiteY0" fmla="*/ 0 h 257442"/>
                <a:gd name="connsiteX1" fmla="*/ 4373700 w 4428421"/>
                <a:gd name="connsiteY1" fmla="*/ 257442 h 257442"/>
                <a:gd name="connsiteX2" fmla="*/ 1 w 4428421"/>
                <a:gd name="connsiteY2" fmla="*/ 257442 h 257442"/>
                <a:gd name="connsiteX3" fmla="*/ 0 w 4428421"/>
                <a:gd name="connsiteY3" fmla="*/ 0 h 257442"/>
                <a:gd name="connsiteX0" fmla="*/ 4428421 w 4428421"/>
                <a:gd name="connsiteY0" fmla="*/ 0 h 257442"/>
                <a:gd name="connsiteX1" fmla="*/ 4373700 w 4428421"/>
                <a:gd name="connsiteY1" fmla="*/ 257442 h 257442"/>
                <a:gd name="connsiteX2" fmla="*/ 1 w 4428421"/>
                <a:gd name="connsiteY2" fmla="*/ 257442 h 257442"/>
                <a:gd name="connsiteX3" fmla="*/ 0 w 4428421"/>
                <a:gd name="connsiteY3" fmla="*/ 0 h 257442"/>
                <a:gd name="connsiteX0" fmla="*/ 4428420 w 4428420"/>
                <a:gd name="connsiteY0" fmla="*/ 0 h 257442"/>
                <a:gd name="connsiteX1" fmla="*/ 4373699 w 4428420"/>
                <a:gd name="connsiteY1" fmla="*/ 257442 h 257442"/>
                <a:gd name="connsiteX2" fmla="*/ 0 w 4428420"/>
                <a:gd name="connsiteY2" fmla="*/ 257442 h 257442"/>
                <a:gd name="connsiteX3" fmla="*/ 0 w 4428420"/>
                <a:gd name="connsiteY3" fmla="*/ 0 h 257442"/>
                <a:gd name="connsiteX0" fmla="*/ 4588719 w 4588719"/>
                <a:gd name="connsiteY0" fmla="*/ 0 h 257442"/>
                <a:gd name="connsiteX1" fmla="*/ 4373699 w 4588719"/>
                <a:gd name="connsiteY1" fmla="*/ 257442 h 257442"/>
                <a:gd name="connsiteX2" fmla="*/ 0 w 4588719"/>
                <a:gd name="connsiteY2" fmla="*/ 257442 h 257442"/>
                <a:gd name="connsiteX3" fmla="*/ 0 w 4588719"/>
                <a:gd name="connsiteY3" fmla="*/ 0 h 257442"/>
                <a:gd name="connsiteX0" fmla="*/ 4588719 w 4588719"/>
                <a:gd name="connsiteY0" fmla="*/ 0 h 257442"/>
                <a:gd name="connsiteX1" fmla="*/ 4533998 w 4588719"/>
                <a:gd name="connsiteY1" fmla="*/ 257442 h 257442"/>
                <a:gd name="connsiteX2" fmla="*/ 0 w 4588719"/>
                <a:gd name="connsiteY2" fmla="*/ 257442 h 257442"/>
                <a:gd name="connsiteX3" fmla="*/ 0 w 4588719"/>
                <a:gd name="connsiteY3" fmla="*/ 0 h 257442"/>
                <a:gd name="connsiteX0" fmla="*/ 4588720 w 4588720"/>
                <a:gd name="connsiteY0" fmla="*/ 0 h 257442"/>
                <a:gd name="connsiteX1" fmla="*/ 4533999 w 4588720"/>
                <a:gd name="connsiteY1" fmla="*/ 257442 h 257442"/>
                <a:gd name="connsiteX2" fmla="*/ 0 w 4588720"/>
                <a:gd name="connsiteY2" fmla="*/ 257442 h 257442"/>
                <a:gd name="connsiteX3" fmla="*/ 1 w 4588720"/>
                <a:gd name="connsiteY3" fmla="*/ 0 h 257442"/>
                <a:gd name="connsiteX0" fmla="*/ 4588720 w 4588720"/>
                <a:gd name="connsiteY0" fmla="*/ 0 h 257442"/>
                <a:gd name="connsiteX1" fmla="*/ 4533999 w 4588720"/>
                <a:gd name="connsiteY1" fmla="*/ 257442 h 257442"/>
                <a:gd name="connsiteX2" fmla="*/ 0 w 4588720"/>
                <a:gd name="connsiteY2" fmla="*/ 257442 h 257442"/>
                <a:gd name="connsiteX3" fmla="*/ 0 w 4588720"/>
                <a:gd name="connsiteY3" fmla="*/ 0 h 257442"/>
                <a:gd name="connsiteX0" fmla="*/ 4749020 w 4749020"/>
                <a:gd name="connsiteY0" fmla="*/ 0 h 257442"/>
                <a:gd name="connsiteX1" fmla="*/ 4533999 w 4749020"/>
                <a:gd name="connsiteY1" fmla="*/ 257442 h 257442"/>
                <a:gd name="connsiteX2" fmla="*/ 0 w 4749020"/>
                <a:gd name="connsiteY2" fmla="*/ 257442 h 257442"/>
                <a:gd name="connsiteX3" fmla="*/ 0 w 4749020"/>
                <a:gd name="connsiteY3" fmla="*/ 0 h 257442"/>
                <a:gd name="connsiteX0" fmla="*/ 4749020 w 4749020"/>
                <a:gd name="connsiteY0" fmla="*/ 0 h 257442"/>
                <a:gd name="connsiteX1" fmla="*/ 4694299 w 4749020"/>
                <a:gd name="connsiteY1" fmla="*/ 257442 h 257442"/>
                <a:gd name="connsiteX2" fmla="*/ 0 w 4749020"/>
                <a:gd name="connsiteY2" fmla="*/ 257442 h 257442"/>
                <a:gd name="connsiteX3" fmla="*/ 0 w 4749020"/>
                <a:gd name="connsiteY3" fmla="*/ 0 h 257442"/>
                <a:gd name="connsiteX0" fmla="*/ 4749020 w 4749020"/>
                <a:gd name="connsiteY0" fmla="*/ 0 h 257442"/>
                <a:gd name="connsiteX1" fmla="*/ 4694299 w 4749020"/>
                <a:gd name="connsiteY1" fmla="*/ 257442 h 257442"/>
                <a:gd name="connsiteX2" fmla="*/ 0 w 4749020"/>
                <a:gd name="connsiteY2" fmla="*/ 257442 h 257442"/>
                <a:gd name="connsiteX3" fmla="*/ 0 w 4749020"/>
                <a:gd name="connsiteY3" fmla="*/ 0 h 257442"/>
                <a:gd name="connsiteX0" fmla="*/ 4749020 w 4749020"/>
                <a:gd name="connsiteY0" fmla="*/ 0 h 257442"/>
                <a:gd name="connsiteX1" fmla="*/ 4694299 w 4749020"/>
                <a:gd name="connsiteY1" fmla="*/ 257442 h 257442"/>
                <a:gd name="connsiteX2" fmla="*/ 0 w 4749020"/>
                <a:gd name="connsiteY2" fmla="*/ 257442 h 257442"/>
                <a:gd name="connsiteX3" fmla="*/ 0 w 4749020"/>
                <a:gd name="connsiteY3" fmla="*/ 0 h 257442"/>
                <a:gd name="connsiteX0" fmla="*/ 4917335 w 4917335"/>
                <a:gd name="connsiteY0" fmla="*/ 0 h 257442"/>
                <a:gd name="connsiteX1" fmla="*/ 4694299 w 4917335"/>
                <a:gd name="connsiteY1" fmla="*/ 257442 h 257442"/>
                <a:gd name="connsiteX2" fmla="*/ 0 w 4917335"/>
                <a:gd name="connsiteY2" fmla="*/ 257442 h 257442"/>
                <a:gd name="connsiteX3" fmla="*/ 0 w 4917335"/>
                <a:gd name="connsiteY3" fmla="*/ 0 h 257442"/>
                <a:gd name="connsiteX0" fmla="*/ 4917335 w 4917335"/>
                <a:gd name="connsiteY0" fmla="*/ 0 h 257442"/>
                <a:gd name="connsiteX1" fmla="*/ 4862614 w 4917335"/>
                <a:gd name="connsiteY1" fmla="*/ 257442 h 257442"/>
                <a:gd name="connsiteX2" fmla="*/ 0 w 4917335"/>
                <a:gd name="connsiteY2" fmla="*/ 257442 h 257442"/>
                <a:gd name="connsiteX3" fmla="*/ 0 w 4917335"/>
                <a:gd name="connsiteY3" fmla="*/ 0 h 257442"/>
                <a:gd name="connsiteX0" fmla="*/ 4917335 w 4917335"/>
                <a:gd name="connsiteY0" fmla="*/ 0 h 257442"/>
                <a:gd name="connsiteX1" fmla="*/ 4862614 w 4917335"/>
                <a:gd name="connsiteY1" fmla="*/ 257442 h 257442"/>
                <a:gd name="connsiteX2" fmla="*/ 0 w 4917335"/>
                <a:gd name="connsiteY2" fmla="*/ 257442 h 257442"/>
                <a:gd name="connsiteX3" fmla="*/ 0 w 4917335"/>
                <a:gd name="connsiteY3" fmla="*/ 0 h 257442"/>
                <a:gd name="connsiteX0" fmla="*/ 4917335 w 4917335"/>
                <a:gd name="connsiteY0" fmla="*/ 0 h 257442"/>
                <a:gd name="connsiteX1" fmla="*/ 4862614 w 4917335"/>
                <a:gd name="connsiteY1" fmla="*/ 257442 h 257442"/>
                <a:gd name="connsiteX2" fmla="*/ 0 w 4917335"/>
                <a:gd name="connsiteY2" fmla="*/ 257442 h 257442"/>
                <a:gd name="connsiteX3" fmla="*/ 0 w 4917335"/>
                <a:gd name="connsiteY3" fmla="*/ 0 h 257442"/>
                <a:gd name="connsiteX0" fmla="*/ 5226522 w 5226522"/>
                <a:gd name="connsiteY0" fmla="*/ 0 h 257442"/>
                <a:gd name="connsiteX1" fmla="*/ 4862614 w 5226522"/>
                <a:gd name="connsiteY1" fmla="*/ 257442 h 257442"/>
                <a:gd name="connsiteX2" fmla="*/ 0 w 5226522"/>
                <a:gd name="connsiteY2" fmla="*/ 257442 h 257442"/>
                <a:gd name="connsiteX3" fmla="*/ 0 w 5226522"/>
                <a:gd name="connsiteY3" fmla="*/ 0 h 257442"/>
                <a:gd name="connsiteX0" fmla="*/ 5226522 w 5226522"/>
                <a:gd name="connsiteY0" fmla="*/ 0 h 257442"/>
                <a:gd name="connsiteX1" fmla="*/ 5171800 w 5226522"/>
                <a:gd name="connsiteY1" fmla="*/ 257442 h 257442"/>
                <a:gd name="connsiteX2" fmla="*/ 0 w 5226522"/>
                <a:gd name="connsiteY2" fmla="*/ 257442 h 257442"/>
                <a:gd name="connsiteX3" fmla="*/ 0 w 5226522"/>
                <a:gd name="connsiteY3" fmla="*/ 0 h 257442"/>
                <a:gd name="connsiteX0" fmla="*/ 5226523 w 5226523"/>
                <a:gd name="connsiteY0" fmla="*/ 0 h 257442"/>
                <a:gd name="connsiteX1" fmla="*/ 5171801 w 5226523"/>
                <a:gd name="connsiteY1" fmla="*/ 257442 h 257442"/>
                <a:gd name="connsiteX2" fmla="*/ 0 w 5226523"/>
                <a:gd name="connsiteY2" fmla="*/ 257442 h 257442"/>
                <a:gd name="connsiteX3" fmla="*/ 1 w 5226523"/>
                <a:gd name="connsiteY3" fmla="*/ 0 h 257442"/>
                <a:gd name="connsiteX0" fmla="*/ 5226523 w 5226523"/>
                <a:gd name="connsiteY0" fmla="*/ 0 h 257442"/>
                <a:gd name="connsiteX1" fmla="*/ 5171801 w 5226523"/>
                <a:gd name="connsiteY1" fmla="*/ 257442 h 257442"/>
                <a:gd name="connsiteX2" fmla="*/ 0 w 5226523"/>
                <a:gd name="connsiteY2" fmla="*/ 257442 h 257442"/>
                <a:gd name="connsiteX3" fmla="*/ 1 w 5226523"/>
                <a:gd name="connsiteY3" fmla="*/ 0 h 257442"/>
                <a:gd name="connsiteX0" fmla="*/ 5468385 w 5468385"/>
                <a:gd name="connsiteY0" fmla="*/ 0 h 257442"/>
                <a:gd name="connsiteX1" fmla="*/ 5171801 w 5468385"/>
                <a:gd name="connsiteY1" fmla="*/ 257442 h 257442"/>
                <a:gd name="connsiteX2" fmla="*/ 0 w 5468385"/>
                <a:gd name="connsiteY2" fmla="*/ 257442 h 257442"/>
                <a:gd name="connsiteX3" fmla="*/ 1 w 5468385"/>
                <a:gd name="connsiteY3" fmla="*/ 0 h 257442"/>
                <a:gd name="connsiteX0" fmla="*/ 5468385 w 5468385"/>
                <a:gd name="connsiteY0" fmla="*/ 0 h 257442"/>
                <a:gd name="connsiteX1" fmla="*/ 5413664 w 5468385"/>
                <a:gd name="connsiteY1" fmla="*/ 257442 h 257442"/>
                <a:gd name="connsiteX2" fmla="*/ 0 w 5468385"/>
                <a:gd name="connsiteY2" fmla="*/ 257442 h 257442"/>
                <a:gd name="connsiteX3" fmla="*/ 1 w 5468385"/>
                <a:gd name="connsiteY3" fmla="*/ 0 h 257442"/>
                <a:gd name="connsiteX0" fmla="*/ 5468384 w 5468384"/>
                <a:gd name="connsiteY0" fmla="*/ 0 h 257442"/>
                <a:gd name="connsiteX1" fmla="*/ 5413663 w 5468384"/>
                <a:gd name="connsiteY1" fmla="*/ 257442 h 257442"/>
                <a:gd name="connsiteX2" fmla="*/ 0 w 5468384"/>
                <a:gd name="connsiteY2" fmla="*/ 257442 h 257442"/>
                <a:gd name="connsiteX3" fmla="*/ 0 w 5468384"/>
                <a:gd name="connsiteY3" fmla="*/ 0 h 257442"/>
                <a:gd name="connsiteX0" fmla="*/ 5468385 w 5468385"/>
                <a:gd name="connsiteY0" fmla="*/ 0 h 257442"/>
                <a:gd name="connsiteX1" fmla="*/ 5413664 w 5468385"/>
                <a:gd name="connsiteY1" fmla="*/ 257442 h 257442"/>
                <a:gd name="connsiteX2" fmla="*/ 1 w 5468385"/>
                <a:gd name="connsiteY2" fmla="*/ 257442 h 257442"/>
                <a:gd name="connsiteX3" fmla="*/ 0 w 5468385"/>
                <a:gd name="connsiteY3" fmla="*/ 0 h 257442"/>
                <a:gd name="connsiteX0" fmla="*/ 5646318 w 5646318"/>
                <a:gd name="connsiteY0" fmla="*/ 0 h 257442"/>
                <a:gd name="connsiteX1" fmla="*/ 5413664 w 5646318"/>
                <a:gd name="connsiteY1" fmla="*/ 257442 h 257442"/>
                <a:gd name="connsiteX2" fmla="*/ 1 w 5646318"/>
                <a:gd name="connsiteY2" fmla="*/ 257442 h 257442"/>
                <a:gd name="connsiteX3" fmla="*/ 0 w 5646318"/>
                <a:gd name="connsiteY3" fmla="*/ 0 h 257442"/>
                <a:gd name="connsiteX0" fmla="*/ 5646318 w 5646318"/>
                <a:gd name="connsiteY0" fmla="*/ 0 h 257442"/>
                <a:gd name="connsiteX1" fmla="*/ 5591596 w 5646318"/>
                <a:gd name="connsiteY1" fmla="*/ 257442 h 257442"/>
                <a:gd name="connsiteX2" fmla="*/ 1 w 5646318"/>
                <a:gd name="connsiteY2" fmla="*/ 257442 h 257442"/>
                <a:gd name="connsiteX3" fmla="*/ 0 w 5646318"/>
                <a:gd name="connsiteY3" fmla="*/ 0 h 257442"/>
                <a:gd name="connsiteX0" fmla="*/ 5646318 w 5646318"/>
                <a:gd name="connsiteY0" fmla="*/ 0 h 257442"/>
                <a:gd name="connsiteX1" fmla="*/ 5591596 w 5646318"/>
                <a:gd name="connsiteY1" fmla="*/ 257442 h 257442"/>
                <a:gd name="connsiteX2" fmla="*/ 0 w 5646318"/>
                <a:gd name="connsiteY2" fmla="*/ 257442 h 257442"/>
                <a:gd name="connsiteX3" fmla="*/ 0 w 5646318"/>
                <a:gd name="connsiteY3" fmla="*/ 0 h 257442"/>
                <a:gd name="connsiteX0" fmla="*/ 5646318 w 5646318"/>
                <a:gd name="connsiteY0" fmla="*/ 0 h 257442"/>
                <a:gd name="connsiteX1" fmla="*/ 5591596 w 5646318"/>
                <a:gd name="connsiteY1" fmla="*/ 257442 h 257442"/>
                <a:gd name="connsiteX2" fmla="*/ 0 w 5646318"/>
                <a:gd name="connsiteY2" fmla="*/ 257442 h 257442"/>
                <a:gd name="connsiteX3" fmla="*/ 0 w 5646318"/>
                <a:gd name="connsiteY3" fmla="*/ 0 h 257442"/>
                <a:gd name="connsiteX0" fmla="*/ 5814632 w 5814632"/>
                <a:gd name="connsiteY0" fmla="*/ 0 h 257442"/>
                <a:gd name="connsiteX1" fmla="*/ 5591596 w 5814632"/>
                <a:gd name="connsiteY1" fmla="*/ 257442 h 257442"/>
                <a:gd name="connsiteX2" fmla="*/ 0 w 5814632"/>
                <a:gd name="connsiteY2" fmla="*/ 257442 h 257442"/>
                <a:gd name="connsiteX3" fmla="*/ 0 w 5814632"/>
                <a:gd name="connsiteY3" fmla="*/ 0 h 257442"/>
                <a:gd name="connsiteX0" fmla="*/ 5814632 w 5814632"/>
                <a:gd name="connsiteY0" fmla="*/ 0 h 257442"/>
                <a:gd name="connsiteX1" fmla="*/ 5759911 w 5814632"/>
                <a:gd name="connsiteY1" fmla="*/ 257442 h 257442"/>
                <a:gd name="connsiteX2" fmla="*/ 0 w 5814632"/>
                <a:gd name="connsiteY2" fmla="*/ 257442 h 257442"/>
                <a:gd name="connsiteX3" fmla="*/ 0 w 5814632"/>
                <a:gd name="connsiteY3" fmla="*/ 0 h 257442"/>
                <a:gd name="connsiteX0" fmla="*/ 5814632 w 5814632"/>
                <a:gd name="connsiteY0" fmla="*/ 0 h 257442"/>
                <a:gd name="connsiteX1" fmla="*/ 5759911 w 5814632"/>
                <a:gd name="connsiteY1" fmla="*/ 257442 h 257442"/>
                <a:gd name="connsiteX2" fmla="*/ 0 w 5814632"/>
                <a:gd name="connsiteY2" fmla="*/ 257442 h 257442"/>
                <a:gd name="connsiteX3" fmla="*/ 0 w 5814632"/>
                <a:gd name="connsiteY3" fmla="*/ 0 h 257442"/>
                <a:gd name="connsiteX0" fmla="*/ 5814632 w 5814632"/>
                <a:gd name="connsiteY0" fmla="*/ 0 h 257442"/>
                <a:gd name="connsiteX1" fmla="*/ 5759911 w 5814632"/>
                <a:gd name="connsiteY1" fmla="*/ 257442 h 257442"/>
                <a:gd name="connsiteX2" fmla="*/ 0 w 5814632"/>
                <a:gd name="connsiteY2" fmla="*/ 257442 h 257442"/>
                <a:gd name="connsiteX3" fmla="*/ 0 w 5814632"/>
                <a:gd name="connsiteY3" fmla="*/ 0 h 257442"/>
                <a:gd name="connsiteX0" fmla="*/ 5974932 w 5974932"/>
                <a:gd name="connsiteY0" fmla="*/ 0 h 257442"/>
                <a:gd name="connsiteX1" fmla="*/ 5759911 w 5974932"/>
                <a:gd name="connsiteY1" fmla="*/ 257442 h 257442"/>
                <a:gd name="connsiteX2" fmla="*/ 0 w 5974932"/>
                <a:gd name="connsiteY2" fmla="*/ 257442 h 257442"/>
                <a:gd name="connsiteX3" fmla="*/ 0 w 5974932"/>
                <a:gd name="connsiteY3" fmla="*/ 0 h 257442"/>
                <a:gd name="connsiteX0" fmla="*/ 5974932 w 5974932"/>
                <a:gd name="connsiteY0" fmla="*/ 0 h 257442"/>
                <a:gd name="connsiteX1" fmla="*/ 5920211 w 5974932"/>
                <a:gd name="connsiteY1" fmla="*/ 257442 h 257442"/>
                <a:gd name="connsiteX2" fmla="*/ 0 w 5974932"/>
                <a:gd name="connsiteY2" fmla="*/ 257442 h 257442"/>
                <a:gd name="connsiteX3" fmla="*/ 0 w 5974932"/>
                <a:gd name="connsiteY3" fmla="*/ 0 h 257442"/>
                <a:gd name="connsiteX0" fmla="*/ 5974932 w 5974932"/>
                <a:gd name="connsiteY0" fmla="*/ 0 h 257442"/>
                <a:gd name="connsiteX1" fmla="*/ 5920211 w 5974932"/>
                <a:gd name="connsiteY1" fmla="*/ 257442 h 257442"/>
                <a:gd name="connsiteX2" fmla="*/ 0 w 5974932"/>
                <a:gd name="connsiteY2" fmla="*/ 257442 h 257442"/>
                <a:gd name="connsiteX3" fmla="*/ 0 w 5974932"/>
                <a:gd name="connsiteY3" fmla="*/ 0 h 257442"/>
                <a:gd name="connsiteX0" fmla="*/ 5974932 w 5974932"/>
                <a:gd name="connsiteY0" fmla="*/ 0 h 257442"/>
                <a:gd name="connsiteX1" fmla="*/ 5920211 w 5974932"/>
                <a:gd name="connsiteY1" fmla="*/ 257442 h 257442"/>
                <a:gd name="connsiteX2" fmla="*/ 0 w 5974932"/>
                <a:gd name="connsiteY2" fmla="*/ 257442 h 257442"/>
                <a:gd name="connsiteX3" fmla="*/ 0 w 5974932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74932" h="257442">
                  <a:moveTo>
                    <a:pt x="5974932" y="0"/>
                  </a:moveTo>
                  <a:lnTo>
                    <a:pt x="5920211" y="257442"/>
                  </a:lnTo>
                  <a:lnTo>
                    <a:pt x="0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3" name="btfpRunningAgenda1LevelTextLeft829337">
              <a:extLst>
                <a:ext uri="{FF2B5EF4-FFF2-40B4-BE49-F238E27FC236}">
                  <a16:creationId xmlns:a16="http://schemas.microsoft.com/office/drawing/2014/main" id="{2FADBCFE-F520-A402-358A-1E6DC490DF4F}"/>
                </a:ext>
              </a:extLst>
            </p:cNvPr>
            <p:cNvSpPr txBox="1"/>
            <p:nvPr/>
          </p:nvSpPr>
          <p:spPr bwMode="gray">
            <a:xfrm>
              <a:off x="0" y="876300"/>
              <a:ext cx="5920211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FFFFFF"/>
                  </a:solidFill>
                </a:rPr>
                <a:t>Aligning on norms and expectations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776862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btfpColumnIndicatorGroup2">
            <a:extLst>
              <a:ext uri="{FF2B5EF4-FFF2-40B4-BE49-F238E27FC236}">
                <a16:creationId xmlns:a16="http://schemas.microsoft.com/office/drawing/2014/main" id="{64FCB343-6938-4EE8-84FB-1E9DF448DE37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58" name="btfpColumnGapBlocker922949">
              <a:extLst>
                <a:ext uri="{FF2B5EF4-FFF2-40B4-BE49-F238E27FC236}">
                  <a16:creationId xmlns:a16="http://schemas.microsoft.com/office/drawing/2014/main" id="{A1F32406-4852-40CB-BFBF-4CB0BED994DF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56" name="btfpColumnGapBlocker688619">
              <a:extLst>
                <a:ext uri="{FF2B5EF4-FFF2-40B4-BE49-F238E27FC236}">
                  <a16:creationId xmlns:a16="http://schemas.microsoft.com/office/drawing/2014/main" id="{6ED7F445-4BCC-4503-8D10-52A035BC6636}"/>
                </a:ext>
              </a:extLst>
            </p:cNvPr>
            <p:cNvSpPr/>
            <p:nvPr/>
          </p:nvSpPr>
          <p:spPr bwMode="gray">
            <a:xfrm>
              <a:off x="5825728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4" name="btfpColumnIndicator988320">
              <a:extLst>
                <a:ext uri="{FF2B5EF4-FFF2-40B4-BE49-F238E27FC236}">
                  <a16:creationId xmlns:a16="http://schemas.microsoft.com/office/drawing/2014/main" id="{0EA1B6BD-60DD-4967-9166-17A15E21F85C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btfpColumnIndicator383821">
              <a:extLst>
                <a:ext uri="{FF2B5EF4-FFF2-40B4-BE49-F238E27FC236}">
                  <a16:creationId xmlns:a16="http://schemas.microsoft.com/office/drawing/2014/main" id="{104F24EB-64E4-4704-A63F-03D17D473EC9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btfpColumnGapBlocker191190">
              <a:extLst>
                <a:ext uri="{FF2B5EF4-FFF2-40B4-BE49-F238E27FC236}">
                  <a16:creationId xmlns:a16="http://schemas.microsoft.com/office/drawing/2014/main" id="{F1470E82-47F7-4D84-BB15-007CD78B3E15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8" name="btfpColumnIndicator115773">
              <a:extLst>
                <a:ext uri="{FF2B5EF4-FFF2-40B4-BE49-F238E27FC236}">
                  <a16:creationId xmlns:a16="http://schemas.microsoft.com/office/drawing/2014/main" id="{40D45158-4320-49CB-8AD2-3FE3DC868062}"/>
                </a:ext>
              </a:extLst>
            </p:cNvPr>
            <p:cNvCxnSpPr/>
            <p:nvPr/>
          </p:nvCxnSpPr>
          <p:spPr bwMode="gray">
            <a:xfrm flipV="1">
              <a:off x="582572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btfpColumnIndicator843853">
              <a:extLst>
                <a:ext uri="{FF2B5EF4-FFF2-40B4-BE49-F238E27FC236}">
                  <a16:creationId xmlns:a16="http://schemas.microsoft.com/office/drawing/2014/main" id="{5768667E-D354-4390-A650-1D41C3BA9943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btfpColumnIndicatorGroup1">
            <a:extLst>
              <a:ext uri="{FF2B5EF4-FFF2-40B4-BE49-F238E27FC236}">
                <a16:creationId xmlns:a16="http://schemas.microsoft.com/office/drawing/2014/main" id="{0437401B-16EC-4868-937A-C201D818BCD3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57" name="btfpColumnGapBlocker596305">
              <a:extLst>
                <a:ext uri="{FF2B5EF4-FFF2-40B4-BE49-F238E27FC236}">
                  <a16:creationId xmlns:a16="http://schemas.microsoft.com/office/drawing/2014/main" id="{2DD050DD-A90A-4BCA-BA9B-EF1F60D89CC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55" name="btfpColumnGapBlocker662561">
              <a:extLst>
                <a:ext uri="{FF2B5EF4-FFF2-40B4-BE49-F238E27FC236}">
                  <a16:creationId xmlns:a16="http://schemas.microsoft.com/office/drawing/2014/main" id="{42AECBB4-3526-415C-B5AA-AE3B58A71B43}"/>
                </a:ext>
              </a:extLst>
            </p:cNvPr>
            <p:cNvSpPr/>
            <p:nvPr/>
          </p:nvSpPr>
          <p:spPr bwMode="gray">
            <a:xfrm>
              <a:off x="5825728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3" name="btfpColumnIndicator884460">
              <a:extLst>
                <a:ext uri="{FF2B5EF4-FFF2-40B4-BE49-F238E27FC236}">
                  <a16:creationId xmlns:a16="http://schemas.microsoft.com/office/drawing/2014/main" id="{4615893B-64BB-4818-BEAC-F38FA572A1F6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btfpColumnIndicator580151">
              <a:extLst>
                <a:ext uri="{FF2B5EF4-FFF2-40B4-BE49-F238E27FC236}">
                  <a16:creationId xmlns:a16="http://schemas.microsoft.com/office/drawing/2014/main" id="{452F9D70-2BA2-4421-8681-A11B29611E1B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btfpColumnGapBlocker221644">
              <a:extLst>
                <a:ext uri="{FF2B5EF4-FFF2-40B4-BE49-F238E27FC236}">
                  <a16:creationId xmlns:a16="http://schemas.microsoft.com/office/drawing/2014/main" id="{392714F4-0A50-4B42-B5A5-50B640CA5A00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7" name="btfpColumnIndicator744286">
              <a:extLst>
                <a:ext uri="{FF2B5EF4-FFF2-40B4-BE49-F238E27FC236}">
                  <a16:creationId xmlns:a16="http://schemas.microsoft.com/office/drawing/2014/main" id="{35D78090-E4FB-4B44-8683-C3C7517BE258}"/>
                </a:ext>
              </a:extLst>
            </p:cNvPr>
            <p:cNvCxnSpPr/>
            <p:nvPr/>
          </p:nvCxnSpPr>
          <p:spPr bwMode="gray">
            <a:xfrm flipV="1">
              <a:off x="582572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btfpColumnIndicator407433">
              <a:extLst>
                <a:ext uri="{FF2B5EF4-FFF2-40B4-BE49-F238E27FC236}">
                  <a16:creationId xmlns:a16="http://schemas.microsoft.com/office/drawing/2014/main" id="{6D262337-CC7B-46E4-BA30-81A807812902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E93F3B5-7A6B-47AD-B352-CFA435D14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For discussion</a:t>
            </a:r>
            <a:r>
              <a:rPr lang="en-US"/>
              <a:t>: Our team norms </a:t>
            </a:r>
          </a:p>
        </p:txBody>
      </p:sp>
      <p:grpSp>
        <p:nvGrpSpPr>
          <p:cNvPr id="33" name="btfpColumnHeaderBox765617">
            <a:extLst>
              <a:ext uri="{FF2B5EF4-FFF2-40B4-BE49-F238E27FC236}">
                <a16:creationId xmlns:a16="http://schemas.microsoft.com/office/drawing/2014/main" id="{5597A2A6-0796-4AE1-AFE7-5A58B03809F6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30200" y="1297694"/>
            <a:ext cx="11531600" cy="288219"/>
            <a:chOff x="330200" y="1048390"/>
            <a:chExt cx="11531600" cy="288219"/>
          </a:xfrm>
        </p:grpSpPr>
        <p:sp>
          <p:nvSpPr>
            <p:cNvPr id="34" name="btfpColumnHeaderBoxText765617">
              <a:extLst>
                <a:ext uri="{FF2B5EF4-FFF2-40B4-BE49-F238E27FC236}">
                  <a16:creationId xmlns:a16="http://schemas.microsoft.com/office/drawing/2014/main" id="{6A47B6CA-75E3-41A4-9FE6-4E0F5A988935}"/>
                </a:ext>
              </a:extLst>
            </p:cNvPr>
            <p:cNvSpPr txBox="1"/>
            <p:nvPr/>
          </p:nvSpPr>
          <p:spPr bwMode="gray">
            <a:xfrm>
              <a:off x="330200" y="1048390"/>
              <a:ext cx="11531600" cy="288219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>
                  <a:solidFill>
                    <a:srgbClr val="000000"/>
                  </a:solidFill>
                </a:rPr>
                <a:t>There are a set of norms that have worked well on past cases that we can refine/adjust together</a:t>
              </a:r>
            </a:p>
          </p:txBody>
        </p:sp>
        <p:cxnSp>
          <p:nvCxnSpPr>
            <p:cNvPr id="35" name="btfpColumnHeaderBoxLine765617">
              <a:extLst>
                <a:ext uri="{FF2B5EF4-FFF2-40B4-BE49-F238E27FC236}">
                  <a16:creationId xmlns:a16="http://schemas.microsoft.com/office/drawing/2014/main" id="{167AD1EA-A590-434F-BF16-906C23DF3995}"/>
                </a:ext>
              </a:extLst>
            </p:cNvPr>
            <p:cNvCxnSpPr/>
            <p:nvPr/>
          </p:nvCxnSpPr>
          <p:spPr bwMode="gray">
            <a:xfrm>
              <a:off x="330200" y="1336609"/>
              <a:ext cx="11531600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btfpBulletedList110262">
            <a:extLst>
              <a:ext uri="{FF2B5EF4-FFF2-40B4-BE49-F238E27FC236}">
                <a16:creationId xmlns:a16="http://schemas.microsoft.com/office/drawing/2014/main" id="{EB79F69D-1BA6-4736-AC2B-86A112AF5D97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358960" y="1738195"/>
            <a:ext cx="5466767" cy="2673415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>
              <a:spcBef>
                <a:spcPts val="900"/>
              </a:spcBef>
            </a:pPr>
            <a:r>
              <a:rPr lang="en-US" sz="1200" b="1" dirty="0"/>
              <a:t>Internal meeting cadence</a:t>
            </a:r>
          </a:p>
          <a:p>
            <a:pPr lvl="1">
              <a:spcBef>
                <a:spcPts val="300"/>
              </a:spcBef>
            </a:pPr>
            <a:r>
              <a:rPr lang="en-US" sz="1000" u="sng" dirty="0"/>
              <a:t>AM standups</a:t>
            </a:r>
            <a:r>
              <a:rPr lang="en-US" sz="1000" dirty="0"/>
              <a:t>: </a:t>
            </a:r>
            <a:r>
              <a:rPr lang="en-US" sz="1000" dirty="0">
                <a:solidFill>
                  <a:schemeClr val="accent3"/>
                </a:solidFill>
              </a:rPr>
              <a:t>15 mins</a:t>
            </a:r>
            <a:r>
              <a:rPr lang="en-US" sz="1000" dirty="0"/>
              <a:t>, largely focused on process/deconflicting</a:t>
            </a:r>
          </a:p>
          <a:p>
            <a:pPr lvl="1">
              <a:spcBef>
                <a:spcPts val="300"/>
              </a:spcBef>
            </a:pPr>
            <a:r>
              <a:rPr lang="en-US" sz="1000" u="sng" dirty="0"/>
              <a:t>PM standups</a:t>
            </a:r>
            <a:r>
              <a:rPr lang="en-US" sz="1000" dirty="0"/>
              <a:t>: </a:t>
            </a:r>
            <a:r>
              <a:rPr lang="en-US" sz="1000" dirty="0">
                <a:solidFill>
                  <a:schemeClr val="accent3"/>
                </a:solidFill>
              </a:rPr>
              <a:t>30 mins</a:t>
            </a:r>
            <a:r>
              <a:rPr lang="en-US" sz="1000" dirty="0"/>
              <a:t>, focused on answer and “path to close”</a:t>
            </a:r>
          </a:p>
          <a:p>
            <a:pPr lvl="1">
              <a:spcBef>
                <a:spcPts val="300"/>
              </a:spcBef>
            </a:pPr>
            <a:r>
              <a:rPr lang="en-US" sz="1000" u="sng" dirty="0"/>
              <a:t>CTMs</a:t>
            </a:r>
            <a:r>
              <a:rPr lang="en-US" sz="1000" dirty="0"/>
              <a:t>: </a:t>
            </a:r>
            <a:r>
              <a:rPr lang="en-US" sz="1000" dirty="0">
                <a:solidFill>
                  <a:schemeClr val="accent3"/>
                </a:solidFill>
              </a:rPr>
              <a:t>1 hour, usually on Fridays </a:t>
            </a:r>
            <a:r>
              <a:rPr lang="en-US" sz="1000" dirty="0"/>
              <a:t>(take the CTSU the night before)</a:t>
            </a:r>
          </a:p>
          <a:p>
            <a:pPr lvl="1">
              <a:spcBef>
                <a:spcPts val="300"/>
              </a:spcBef>
            </a:pPr>
            <a:r>
              <a:rPr lang="en-US" sz="1000" u="sng" dirty="0"/>
              <a:t>Workstream check-ins</a:t>
            </a:r>
            <a:r>
              <a:rPr lang="en-US" sz="1000" dirty="0"/>
              <a:t>: Happy to schedule these recurring or ad-hoc; if recurring, let’s be on top of giving the time back if we don’t have things to discuss</a:t>
            </a:r>
          </a:p>
          <a:p>
            <a:pPr>
              <a:spcBef>
                <a:spcPts val="900"/>
              </a:spcBef>
            </a:pPr>
            <a:r>
              <a:rPr lang="en-US" sz="1200" b="1" dirty="0"/>
              <a:t>Communication</a:t>
            </a:r>
          </a:p>
          <a:p>
            <a:pPr lvl="1">
              <a:spcBef>
                <a:spcPts val="300"/>
              </a:spcBef>
              <a:buSzPct val="100000"/>
            </a:pPr>
            <a:r>
              <a:rPr lang="en-US" sz="1000" dirty="0">
                <a:ea typeface="Verdana" pitchFamily="34" charset="0"/>
                <a:cs typeface="Verdana" pitchFamily="34" charset="0"/>
              </a:rPr>
              <a:t>Please keep your calendars updated</a:t>
            </a:r>
          </a:p>
          <a:p>
            <a:pPr lvl="1">
              <a:spcBef>
                <a:spcPts val="300"/>
              </a:spcBef>
              <a:buSzPct val="100000"/>
            </a:pPr>
            <a:r>
              <a:rPr lang="en-US" sz="1000" dirty="0">
                <a:ea typeface="Verdana" pitchFamily="34" charset="0"/>
                <a:cs typeface="Verdana" pitchFamily="34" charset="0"/>
              </a:rPr>
              <a:t>For any time-sensitive requests, I suggest we call / text each other (after pinging)</a:t>
            </a:r>
          </a:p>
          <a:p>
            <a:pPr lvl="1">
              <a:spcBef>
                <a:spcPts val="300"/>
              </a:spcBef>
              <a:buSzPct val="100000"/>
            </a:pPr>
            <a:r>
              <a:rPr lang="en-US" sz="1000" dirty="0">
                <a:ea typeface="Verdana" pitchFamily="34" charset="0"/>
                <a:cs typeface="Verdana" pitchFamily="34" charset="0"/>
              </a:rPr>
              <a:t>Err on the side of over-communicating with me and each other – everything from discussing case answer to protecting personal time through free calendar holds</a:t>
            </a:r>
          </a:p>
          <a:p>
            <a:pPr lvl="1">
              <a:spcBef>
                <a:spcPts val="300"/>
              </a:spcBef>
              <a:buSzPct val="100000"/>
            </a:pPr>
            <a:r>
              <a:rPr lang="en-US" sz="1000" dirty="0">
                <a:ea typeface="Verdana" pitchFamily="34" charset="0"/>
                <a:cs typeface="Verdana" pitchFamily="34" charset="0"/>
              </a:rPr>
              <a:t>Proactively discuss working locations post PM standup (re-locate vs. remain in office)</a:t>
            </a:r>
          </a:p>
          <a:p>
            <a:pPr marL="0" indent="0">
              <a:spcBef>
                <a:spcPts val="900"/>
              </a:spcBef>
              <a:buNone/>
            </a:pPr>
            <a:endParaRPr lang="en-US" sz="1000" dirty="0"/>
          </a:p>
        </p:txBody>
      </p:sp>
      <p:sp>
        <p:nvSpPr>
          <p:cNvPr id="101" name="btfpBulletedList110262">
            <a:extLst>
              <a:ext uri="{FF2B5EF4-FFF2-40B4-BE49-F238E27FC236}">
                <a16:creationId xmlns:a16="http://schemas.microsoft.com/office/drawing/2014/main" id="{84AEF0BA-BE54-47DB-A351-12B5D44D4404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6366272" y="1738195"/>
            <a:ext cx="5466768" cy="1442309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>
              <a:spcBef>
                <a:spcPts val="900"/>
              </a:spcBef>
            </a:pPr>
            <a:r>
              <a:rPr lang="en-US" sz="1200" b="1" dirty="0">
                <a:ea typeface="Verdana" pitchFamily="34" charset="0"/>
              </a:rPr>
              <a:t>In office / WFH days/ Travel</a:t>
            </a:r>
          </a:p>
          <a:p>
            <a:pPr lvl="1">
              <a:spcBef>
                <a:spcPts val="300"/>
              </a:spcBef>
            </a:pPr>
            <a:r>
              <a:rPr lang="en-US" sz="1000" dirty="0"/>
              <a:t>We should plan for </a:t>
            </a:r>
            <a:r>
              <a:rPr lang="en-US" sz="1000" dirty="0">
                <a:solidFill>
                  <a:schemeClr val="accent3"/>
                </a:solidFill>
              </a:rPr>
              <a:t>4+</a:t>
            </a:r>
            <a:r>
              <a:rPr lang="en-US" sz="1000" dirty="0"/>
              <a:t> days a week in office</a:t>
            </a:r>
            <a:endParaRPr lang="en-US" sz="1000" dirty="0">
              <a:solidFill>
                <a:srgbClr val="FF0000"/>
              </a:solidFill>
            </a:endParaRPr>
          </a:p>
          <a:p>
            <a:pPr lvl="1">
              <a:spcBef>
                <a:spcPts val="300"/>
              </a:spcBef>
            </a:pPr>
            <a:r>
              <a:rPr lang="en-US" sz="1000" dirty="0">
                <a:solidFill>
                  <a:schemeClr val="accent3"/>
                </a:solidFill>
              </a:rPr>
              <a:t>Team can decide on our preferred flex day Tu-Th </a:t>
            </a:r>
            <a:r>
              <a:rPr lang="en-US" sz="1000" dirty="0">
                <a:solidFill>
                  <a:srgbClr val="000000"/>
                </a:solidFill>
              </a:rPr>
              <a:t>each week </a:t>
            </a:r>
            <a:r>
              <a:rPr lang="en-US" sz="1000" dirty="0">
                <a:solidFill>
                  <a:srgbClr val="CC0000"/>
                </a:solidFill>
              </a:rPr>
              <a:t>(same for everyone)</a:t>
            </a:r>
            <a:r>
              <a:rPr lang="en-US" sz="1000" dirty="0"/>
              <a:t>, and we can adjust the day week-to-week as travel/case dictates</a:t>
            </a:r>
          </a:p>
          <a:p>
            <a:pPr lvl="1">
              <a:spcBef>
                <a:spcPts val="300"/>
              </a:spcBef>
            </a:pPr>
            <a:r>
              <a:rPr lang="en-US" sz="1000" dirty="0"/>
              <a:t>This does not preclude you from having personal flexibility on other days (e.g., needing to be home for a contractor, going to doctors appointments) – just flag it in advance </a:t>
            </a:r>
          </a:p>
          <a:p>
            <a:pPr>
              <a:spcBef>
                <a:spcPts val="900"/>
              </a:spcBef>
            </a:pPr>
            <a:r>
              <a:rPr lang="en-US" sz="1200" b="1" dirty="0"/>
              <a:t>Others we should co-create together? </a:t>
            </a:r>
            <a:r>
              <a:rPr lang="en-US" sz="1200" i="1" dirty="0"/>
              <a:t>(e.g., early nights, daily team fun)</a:t>
            </a:r>
          </a:p>
        </p:txBody>
      </p:sp>
      <p:sp>
        <p:nvSpPr>
          <p:cNvPr id="26" name="btfpBulletedList602849">
            <a:extLst>
              <a:ext uri="{FF2B5EF4-FFF2-40B4-BE49-F238E27FC236}">
                <a16:creationId xmlns:a16="http://schemas.microsoft.com/office/drawing/2014/main" id="{E3388794-9A3A-4A85-9CFD-FC9D94CAE370}"/>
              </a:ext>
            </a:extLst>
          </p:cNvPr>
          <p:cNvSpPr/>
          <p:nvPr/>
        </p:nvSpPr>
        <p:spPr bwMode="gray">
          <a:xfrm>
            <a:off x="9156445" y="9753"/>
            <a:ext cx="3035556" cy="91413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-US" sz="1000">
                <a:solidFill>
                  <a:schemeClr val="tx1"/>
                </a:solidFill>
              </a:rPr>
              <a:t>Review text highlighted in red and confirm or edit</a:t>
            </a:r>
          </a:p>
          <a:p>
            <a:pPr>
              <a:spcBef>
                <a:spcPts val="0"/>
              </a:spcBef>
            </a:pPr>
            <a:r>
              <a:rPr lang="en-US" sz="1000">
                <a:solidFill>
                  <a:schemeClr val="tx1"/>
                </a:solidFill>
              </a:rPr>
              <a:t>Bold your non-</a:t>
            </a:r>
            <a:r>
              <a:rPr lang="en-US" sz="1000" err="1">
                <a:solidFill>
                  <a:schemeClr val="tx1"/>
                </a:solidFill>
              </a:rPr>
              <a:t>negotiatables</a:t>
            </a:r>
            <a:endParaRPr lang="en-US" sz="10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sz="1000">
                <a:solidFill>
                  <a:schemeClr val="tx1"/>
                </a:solidFill>
              </a:rPr>
              <a:t>See pages 28-29 for different formats of similar content </a:t>
            </a:r>
          </a:p>
          <a:p>
            <a:pPr>
              <a:spcBef>
                <a:spcPts val="0"/>
              </a:spcBef>
            </a:pPr>
            <a:r>
              <a:rPr lang="en-US" sz="1000">
                <a:solidFill>
                  <a:schemeClr val="tx1"/>
                </a:solidFill>
              </a:rPr>
              <a:t>See page 30 for intro to ‘virtual tigers’ to set realistic expectations</a:t>
            </a:r>
          </a:p>
        </p:txBody>
      </p:sp>
      <p:grpSp>
        <p:nvGrpSpPr>
          <p:cNvPr id="24" name="btfpConclusionArrow651090">
            <a:extLst>
              <a:ext uri="{FF2B5EF4-FFF2-40B4-BE49-F238E27FC236}">
                <a16:creationId xmlns:a16="http://schemas.microsoft.com/office/drawing/2014/main" id="{2EEC16D7-7C81-4F80-B818-A7D4E1AD3DEF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30200" y="5740988"/>
            <a:ext cx="11531600" cy="824912"/>
            <a:chOff x="-711496" y="909638"/>
            <a:chExt cx="11531600" cy="824912"/>
          </a:xfrm>
        </p:grpSpPr>
        <p:sp>
          <p:nvSpPr>
            <p:cNvPr id="14" name="btfpConclusionArrowText651090">
              <a:extLst>
                <a:ext uri="{FF2B5EF4-FFF2-40B4-BE49-F238E27FC236}">
                  <a16:creationId xmlns:a16="http://schemas.microsoft.com/office/drawing/2014/main" id="{287C5FD9-B54D-4466-AC9B-AD0FB223551B}"/>
                </a:ext>
              </a:extLst>
            </p:cNvPr>
            <p:cNvSpPr txBox="1"/>
            <p:nvPr/>
          </p:nvSpPr>
          <p:spPr bwMode="gray">
            <a:xfrm>
              <a:off x="-711496" y="1270000"/>
              <a:ext cx="11531600" cy="464550"/>
            </a:xfrm>
            <a:prstGeom prst="rect">
              <a:avLst/>
            </a:prstGeom>
            <a:noFill/>
          </p:spPr>
          <p:txBody>
            <a:bodyPr vert="horz" wrap="square" lIns="36036" tIns="36036" rIns="36036" bIns="180181" rtlCol="0" anchor="ctr">
              <a:spAutoFit/>
            </a:bodyPr>
            <a:lstStyle/>
            <a:p>
              <a:pPr marL="0" indent="0" algn="ctr">
                <a:spcBef>
                  <a:spcPts val="0"/>
                </a:spcBef>
                <a:buNone/>
              </a:pPr>
              <a:r>
                <a:rPr lang="en-US" b="1">
                  <a:solidFill>
                    <a:srgbClr val="CC0000"/>
                  </a:solidFill>
                </a:rPr>
                <a:t>Any norms we want to add now? If not, let’s continue the discussion during our next CTM</a:t>
              </a:r>
              <a:endParaRPr lang="en-US" sz="1600" b="1">
                <a:solidFill>
                  <a:srgbClr val="CC0000"/>
                </a:solidFill>
              </a:endParaRPr>
            </a:p>
          </p:txBody>
        </p:sp>
        <p:sp>
          <p:nvSpPr>
            <p:cNvPr id="15" name="btfpConclusionArrowPointer651090">
              <a:extLst>
                <a:ext uri="{FF2B5EF4-FFF2-40B4-BE49-F238E27FC236}">
                  <a16:creationId xmlns:a16="http://schemas.microsoft.com/office/drawing/2014/main" id="{29C33054-B98C-412A-933F-85BEB5C7D29F}"/>
                </a:ext>
              </a:extLst>
            </p:cNvPr>
            <p:cNvSpPr/>
            <p:nvPr/>
          </p:nvSpPr>
          <p:spPr bwMode="gray">
            <a:xfrm>
              <a:off x="4621869" y="909638"/>
              <a:ext cx="864870" cy="360362"/>
            </a:xfrm>
            <a:prstGeom prst="downArrow">
              <a:avLst>
                <a:gd name="adj1" fmla="val 50000"/>
                <a:gd name="adj2" fmla="val 70000"/>
              </a:avLst>
            </a:prstGeom>
            <a:noFill/>
            <a:ln w="9525" cmpd="sng">
              <a:solidFill>
                <a:srgbClr val="CC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nclusionArrowLineLeft651090">
              <a:extLst>
                <a:ext uri="{FF2B5EF4-FFF2-40B4-BE49-F238E27FC236}">
                  <a16:creationId xmlns:a16="http://schemas.microsoft.com/office/drawing/2014/main" id="{233A3401-CC29-4843-9E9F-18E20C6EFD9B}"/>
                </a:ext>
              </a:extLst>
            </p:cNvPr>
            <p:cNvCxnSpPr/>
            <p:nvPr/>
          </p:nvCxnSpPr>
          <p:spPr bwMode="gray">
            <a:xfrm>
              <a:off x="-711496" y="1149999"/>
              <a:ext cx="5419852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btfpConclusionArrowLineRight651090">
              <a:extLst>
                <a:ext uri="{FF2B5EF4-FFF2-40B4-BE49-F238E27FC236}">
                  <a16:creationId xmlns:a16="http://schemas.microsoft.com/office/drawing/2014/main" id="{A4F6780F-2735-470B-9092-D05AD3C9A597}"/>
                </a:ext>
              </a:extLst>
            </p:cNvPr>
            <p:cNvCxnSpPr/>
            <p:nvPr/>
          </p:nvCxnSpPr>
          <p:spPr bwMode="gray">
            <a:xfrm>
              <a:off x="5400252" y="1149999"/>
              <a:ext cx="5419852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03E00DA1-53A4-44DD-BBC0-153AA5D36F98}"/>
              </a:ext>
            </a:extLst>
          </p:cNvPr>
          <p:cNvSpPr/>
          <p:nvPr/>
        </p:nvSpPr>
        <p:spPr bwMode="gray">
          <a:xfrm>
            <a:off x="8386011" y="998621"/>
            <a:ext cx="2226562" cy="26856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73C7AC-1243-4FCF-B335-474BCD9C41B3}"/>
              </a:ext>
            </a:extLst>
          </p:cNvPr>
          <p:cNvSpPr txBox="1"/>
          <p:nvPr/>
        </p:nvSpPr>
        <p:spPr bwMode="gray">
          <a:xfrm>
            <a:off x="8420514" y="892830"/>
            <a:ext cx="539440" cy="170242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0" i="1"/>
              <a:t>Legend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A3D49F-5E15-4EC5-A45C-CC50013DCD97}"/>
              </a:ext>
            </a:extLst>
          </p:cNvPr>
          <p:cNvSpPr txBox="1"/>
          <p:nvPr/>
        </p:nvSpPr>
        <p:spPr bwMode="gray">
          <a:xfrm>
            <a:off x="8420514" y="1045819"/>
            <a:ext cx="2275560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0">
                <a:solidFill>
                  <a:schemeClr val="accent3"/>
                </a:solidFill>
              </a:rPr>
              <a:t>Red text to be customized by SMAP</a:t>
            </a:r>
          </a:p>
        </p:txBody>
      </p:sp>
      <p:grpSp>
        <p:nvGrpSpPr>
          <p:cNvPr id="3" name="btfpRunningAgenda2Level397420">
            <a:extLst>
              <a:ext uri="{FF2B5EF4-FFF2-40B4-BE49-F238E27FC236}">
                <a16:creationId xmlns:a16="http://schemas.microsoft.com/office/drawing/2014/main" id="{353969C7-D758-E78A-5D38-C84E7ED9BF24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0" y="944429"/>
            <a:ext cx="6075923" cy="257443"/>
            <a:chOff x="0" y="876300"/>
            <a:chExt cx="6075923" cy="257443"/>
          </a:xfrm>
        </p:grpSpPr>
        <p:sp>
          <p:nvSpPr>
            <p:cNvPr id="4" name="btfpRunningAgenda2LevelBarLeft397420">
              <a:extLst>
                <a:ext uri="{FF2B5EF4-FFF2-40B4-BE49-F238E27FC236}">
                  <a16:creationId xmlns:a16="http://schemas.microsoft.com/office/drawing/2014/main" id="{C6C041E5-2BB8-2210-5379-5A18049779C1}"/>
                </a:ext>
              </a:extLst>
            </p:cNvPr>
            <p:cNvSpPr/>
            <p:nvPr/>
          </p:nvSpPr>
          <p:spPr bwMode="gray">
            <a:xfrm>
              <a:off x="0" y="876300"/>
              <a:ext cx="6075923" cy="257443"/>
            </a:xfrm>
            <a:custGeom>
              <a:avLst/>
              <a:gdLst/>
              <a:ahLst/>
              <a:cxnLst/>
              <a:rect l="0" t="0" r="0" b="0"/>
              <a:pathLst>
                <a:path w="6075923" h="257443">
                  <a:moveTo>
                    <a:pt x="0" y="0"/>
                  </a:moveTo>
                  <a:lnTo>
                    <a:pt x="6075922" y="0"/>
                  </a:lnTo>
                  <a:lnTo>
                    <a:pt x="6021201" y="257442"/>
                  </a:lnTo>
                  <a:lnTo>
                    <a:pt x="0" y="257442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btfpRunningAgenda2LevelTextLeft397420">
              <a:extLst>
                <a:ext uri="{FF2B5EF4-FFF2-40B4-BE49-F238E27FC236}">
                  <a16:creationId xmlns:a16="http://schemas.microsoft.com/office/drawing/2014/main" id="{F7469D6C-97BC-F7EA-E9AC-E5336E1C0C55}"/>
                </a:ext>
              </a:extLst>
            </p:cNvPr>
            <p:cNvSpPr txBox="1"/>
            <p:nvPr/>
          </p:nvSpPr>
          <p:spPr bwMode="gray">
            <a:xfrm>
              <a:off x="0" y="876300"/>
              <a:ext cx="6021201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all" spc="45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Aligning on norms and expectations </a:t>
              </a:r>
              <a:endParaRPr kumimoji="0" lang="en-US" sz="1200" b="1" i="0" u="none" strike="noStrike" kern="1200" cap="all" spc="45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6" name="CommentBox">
            <a:extLst>
              <a:ext uri="{FF2B5EF4-FFF2-40B4-BE49-F238E27FC236}">
                <a16:creationId xmlns:a16="http://schemas.microsoft.com/office/drawing/2014/main" id="{0F711DFE-8ACB-B23A-DC94-DC0C799160CE}"/>
              </a:ext>
            </a:extLst>
          </p:cNvPr>
          <p:cNvSpPr/>
          <p:nvPr/>
        </p:nvSpPr>
        <p:spPr bwMode="gray">
          <a:xfrm>
            <a:off x="6598982" y="-38049"/>
            <a:ext cx="2222500" cy="1016000"/>
          </a:xfrm>
          <a:prstGeom prst="wedgeRoundRectCallout">
            <a:avLst/>
          </a:prstGeom>
          <a:solidFill>
            <a:srgbClr val="006393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AU" sz="1200" b="1" dirty="0" err="1">
                <a:solidFill>
                  <a:srgbClr val="FFFFFF"/>
                </a:solidFill>
                <a:latin typeface="Arial" panose="020B0604020202020204" pitchFamily="34" charset="0"/>
              </a:rPr>
              <a:t>MichelleF</a:t>
            </a:r>
            <a:r>
              <a:rPr lang="en-AU" sz="1200" b="1" dirty="0">
                <a:solidFill>
                  <a:srgbClr val="FFFFFF"/>
                </a:solidFill>
                <a:latin typeface="Arial" panose="020B0604020202020204" pitchFamily="34" charset="0"/>
              </a:rPr>
              <a:t>: To be revised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6521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btfpColumnIndicatorGroup2">
            <a:extLst>
              <a:ext uri="{FF2B5EF4-FFF2-40B4-BE49-F238E27FC236}">
                <a16:creationId xmlns:a16="http://schemas.microsoft.com/office/drawing/2014/main" id="{04AA3E68-0534-4ABF-A80B-5FCCA4E155FE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5" name="btfpColumnGapBlocker243955">
              <a:extLst>
                <a:ext uri="{FF2B5EF4-FFF2-40B4-BE49-F238E27FC236}">
                  <a16:creationId xmlns:a16="http://schemas.microsoft.com/office/drawing/2014/main" id="{504654C3-161C-41FC-AAD1-EBE92CEE6179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33" name="btfpColumnGapBlocker560677">
              <a:extLst>
                <a:ext uri="{FF2B5EF4-FFF2-40B4-BE49-F238E27FC236}">
                  <a16:creationId xmlns:a16="http://schemas.microsoft.com/office/drawing/2014/main" id="{828FBE3D-2D48-422F-BB30-273A8AD0367B}"/>
                </a:ext>
              </a:extLst>
            </p:cNvPr>
            <p:cNvSpPr/>
            <p:nvPr/>
          </p:nvSpPr>
          <p:spPr bwMode="gray">
            <a:xfrm>
              <a:off x="9447371" y="692658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1" name="btfpColumnIndicator830213">
              <a:extLst>
                <a:ext uri="{FF2B5EF4-FFF2-40B4-BE49-F238E27FC236}">
                  <a16:creationId xmlns:a16="http://schemas.microsoft.com/office/drawing/2014/main" id="{1066B337-2003-416F-8467-50988E7EDBE7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btfpColumnIndicator446421">
              <a:extLst>
                <a:ext uri="{FF2B5EF4-FFF2-40B4-BE49-F238E27FC236}">
                  <a16:creationId xmlns:a16="http://schemas.microsoft.com/office/drawing/2014/main" id="{67013B15-EE44-4FC1-A21F-19EA9124590D}"/>
                </a:ext>
              </a:extLst>
            </p:cNvPr>
            <p:cNvCxnSpPr/>
            <p:nvPr/>
          </p:nvCxnSpPr>
          <p:spPr bwMode="gray">
            <a:xfrm flipV="1">
              <a:off x="9987915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btfpColumnGapBlocker468224">
              <a:extLst>
                <a:ext uri="{FF2B5EF4-FFF2-40B4-BE49-F238E27FC236}">
                  <a16:creationId xmlns:a16="http://schemas.microsoft.com/office/drawing/2014/main" id="{E2BB488E-06D6-4061-A961-EB22AEDD9BD2}"/>
                </a:ext>
              </a:extLst>
            </p:cNvPr>
            <p:cNvSpPr/>
            <p:nvPr/>
          </p:nvSpPr>
          <p:spPr bwMode="gray">
            <a:xfrm>
              <a:off x="7032943" y="692658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5" name="btfpColumnIndicator343379">
              <a:extLst>
                <a:ext uri="{FF2B5EF4-FFF2-40B4-BE49-F238E27FC236}">
                  <a16:creationId xmlns:a16="http://schemas.microsoft.com/office/drawing/2014/main" id="{1BE4AB68-8D6E-4D85-BB24-1D4964E7953E}"/>
                </a:ext>
              </a:extLst>
            </p:cNvPr>
            <p:cNvCxnSpPr/>
            <p:nvPr/>
          </p:nvCxnSpPr>
          <p:spPr bwMode="gray">
            <a:xfrm flipV="1">
              <a:off x="9447371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btfpColumnIndicator941383">
              <a:extLst>
                <a:ext uri="{FF2B5EF4-FFF2-40B4-BE49-F238E27FC236}">
                  <a16:creationId xmlns:a16="http://schemas.microsoft.com/office/drawing/2014/main" id="{4EE14C04-0648-4B75-82C0-92241E1628C9}"/>
                </a:ext>
              </a:extLst>
            </p:cNvPr>
            <p:cNvCxnSpPr/>
            <p:nvPr/>
          </p:nvCxnSpPr>
          <p:spPr bwMode="gray">
            <a:xfrm flipV="1">
              <a:off x="7573487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btfpColumnGapBlocker546609">
              <a:extLst>
                <a:ext uri="{FF2B5EF4-FFF2-40B4-BE49-F238E27FC236}">
                  <a16:creationId xmlns:a16="http://schemas.microsoft.com/office/drawing/2014/main" id="{E32C3FD3-4D55-4349-BCF3-EB17F79B95A0}"/>
                </a:ext>
              </a:extLst>
            </p:cNvPr>
            <p:cNvSpPr/>
            <p:nvPr/>
          </p:nvSpPr>
          <p:spPr bwMode="gray">
            <a:xfrm>
              <a:off x="4618514" y="692658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9" name="btfpColumnIndicator425868">
              <a:extLst>
                <a:ext uri="{FF2B5EF4-FFF2-40B4-BE49-F238E27FC236}">
                  <a16:creationId xmlns:a16="http://schemas.microsoft.com/office/drawing/2014/main" id="{926AAA76-2FF9-412C-9107-380D7F8460E0}"/>
                </a:ext>
              </a:extLst>
            </p:cNvPr>
            <p:cNvCxnSpPr/>
            <p:nvPr/>
          </p:nvCxnSpPr>
          <p:spPr bwMode="gray">
            <a:xfrm flipV="1">
              <a:off x="7032943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btfpColumnIndicator335327">
              <a:extLst>
                <a:ext uri="{FF2B5EF4-FFF2-40B4-BE49-F238E27FC236}">
                  <a16:creationId xmlns:a16="http://schemas.microsoft.com/office/drawing/2014/main" id="{0ABAA7D2-6BE2-42E3-B978-F36D97EF7B6A}"/>
                </a:ext>
              </a:extLst>
            </p:cNvPr>
            <p:cNvCxnSpPr/>
            <p:nvPr/>
          </p:nvCxnSpPr>
          <p:spPr bwMode="gray">
            <a:xfrm flipV="1">
              <a:off x="5159058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btfpColumnGapBlocker984256">
              <a:extLst>
                <a:ext uri="{FF2B5EF4-FFF2-40B4-BE49-F238E27FC236}">
                  <a16:creationId xmlns:a16="http://schemas.microsoft.com/office/drawing/2014/main" id="{EB1C55A0-B2E6-4EFA-8B2D-E47A18ADD9E2}"/>
                </a:ext>
              </a:extLst>
            </p:cNvPr>
            <p:cNvSpPr/>
            <p:nvPr/>
          </p:nvSpPr>
          <p:spPr bwMode="gray">
            <a:xfrm>
              <a:off x="2204085" y="692658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457100">
              <a:extLst>
                <a:ext uri="{FF2B5EF4-FFF2-40B4-BE49-F238E27FC236}">
                  <a16:creationId xmlns:a16="http://schemas.microsoft.com/office/drawing/2014/main" id="{FD9011C7-D361-4EF9-9C41-E2727BBAA46A}"/>
                </a:ext>
              </a:extLst>
            </p:cNvPr>
            <p:cNvCxnSpPr/>
            <p:nvPr/>
          </p:nvCxnSpPr>
          <p:spPr bwMode="gray">
            <a:xfrm flipV="1">
              <a:off x="4618514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822407">
              <a:extLst>
                <a:ext uri="{FF2B5EF4-FFF2-40B4-BE49-F238E27FC236}">
                  <a16:creationId xmlns:a16="http://schemas.microsoft.com/office/drawing/2014/main" id="{2F93DDE7-B636-49EE-9E8B-9C12C11C08B2}"/>
                </a:ext>
              </a:extLst>
            </p:cNvPr>
            <p:cNvCxnSpPr/>
            <p:nvPr/>
          </p:nvCxnSpPr>
          <p:spPr bwMode="gray">
            <a:xfrm flipV="1">
              <a:off x="2744629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btfpColumnGapBlocker682174">
              <a:extLst>
                <a:ext uri="{FF2B5EF4-FFF2-40B4-BE49-F238E27FC236}">
                  <a16:creationId xmlns:a16="http://schemas.microsoft.com/office/drawing/2014/main" id="{804FF56D-5368-42E9-B1CA-A2D23D3E5079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" name="btfpColumnIndicator313145">
              <a:extLst>
                <a:ext uri="{FF2B5EF4-FFF2-40B4-BE49-F238E27FC236}">
                  <a16:creationId xmlns:a16="http://schemas.microsoft.com/office/drawing/2014/main" id="{460764F1-3635-44C1-9402-3A40A5B12EF8}"/>
                </a:ext>
              </a:extLst>
            </p:cNvPr>
            <p:cNvCxnSpPr/>
            <p:nvPr/>
          </p:nvCxnSpPr>
          <p:spPr bwMode="gray">
            <a:xfrm flipV="1">
              <a:off x="2204085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291496">
              <a:extLst>
                <a:ext uri="{FF2B5EF4-FFF2-40B4-BE49-F238E27FC236}">
                  <a16:creationId xmlns:a16="http://schemas.microsoft.com/office/drawing/2014/main" id="{2215D1A7-18CB-49B3-BCE3-112CF8DE02F6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btfpColumnIndicatorGroup1">
            <a:extLst>
              <a:ext uri="{FF2B5EF4-FFF2-40B4-BE49-F238E27FC236}">
                <a16:creationId xmlns:a16="http://schemas.microsoft.com/office/drawing/2014/main" id="{BCA57238-5EFB-405A-BA34-65372AF6F09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4" name="btfpColumnGapBlocker362167">
              <a:extLst>
                <a:ext uri="{FF2B5EF4-FFF2-40B4-BE49-F238E27FC236}">
                  <a16:creationId xmlns:a16="http://schemas.microsoft.com/office/drawing/2014/main" id="{7FAAD5CD-71FC-47F1-A511-C1B3D36B2172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32" name="btfpColumnGapBlocker948759">
              <a:extLst>
                <a:ext uri="{FF2B5EF4-FFF2-40B4-BE49-F238E27FC236}">
                  <a16:creationId xmlns:a16="http://schemas.microsoft.com/office/drawing/2014/main" id="{2829F40A-4E1B-49F9-881C-3B16502CB32B}"/>
                </a:ext>
              </a:extLst>
            </p:cNvPr>
            <p:cNvSpPr/>
            <p:nvPr/>
          </p:nvSpPr>
          <p:spPr bwMode="gray">
            <a:xfrm>
              <a:off x="9447371" y="-20574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0" name="btfpColumnIndicator999607">
              <a:extLst>
                <a:ext uri="{FF2B5EF4-FFF2-40B4-BE49-F238E27FC236}">
                  <a16:creationId xmlns:a16="http://schemas.microsoft.com/office/drawing/2014/main" id="{DF272D34-11E8-48D3-9826-2A26EE21F09B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856178">
              <a:extLst>
                <a:ext uri="{FF2B5EF4-FFF2-40B4-BE49-F238E27FC236}">
                  <a16:creationId xmlns:a16="http://schemas.microsoft.com/office/drawing/2014/main" id="{BE3E0DB6-2996-439C-B203-38B467CFDD24}"/>
                </a:ext>
              </a:extLst>
            </p:cNvPr>
            <p:cNvCxnSpPr/>
            <p:nvPr/>
          </p:nvCxnSpPr>
          <p:spPr bwMode="gray">
            <a:xfrm flipV="1">
              <a:off x="9987915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btfpColumnGapBlocker409884">
              <a:extLst>
                <a:ext uri="{FF2B5EF4-FFF2-40B4-BE49-F238E27FC236}">
                  <a16:creationId xmlns:a16="http://schemas.microsoft.com/office/drawing/2014/main" id="{E0B6F0EC-0DA9-4967-8DF9-1A3BEC9B283E}"/>
                </a:ext>
              </a:extLst>
            </p:cNvPr>
            <p:cNvSpPr/>
            <p:nvPr/>
          </p:nvSpPr>
          <p:spPr bwMode="gray">
            <a:xfrm>
              <a:off x="7032943" y="-20574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4" name="btfpColumnIndicator688610">
              <a:extLst>
                <a:ext uri="{FF2B5EF4-FFF2-40B4-BE49-F238E27FC236}">
                  <a16:creationId xmlns:a16="http://schemas.microsoft.com/office/drawing/2014/main" id="{481218B8-B25C-40E3-B152-8AA5AD90F5F7}"/>
                </a:ext>
              </a:extLst>
            </p:cNvPr>
            <p:cNvCxnSpPr/>
            <p:nvPr/>
          </p:nvCxnSpPr>
          <p:spPr bwMode="gray">
            <a:xfrm flipV="1">
              <a:off x="9447371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btfpColumnIndicator803874">
              <a:extLst>
                <a:ext uri="{FF2B5EF4-FFF2-40B4-BE49-F238E27FC236}">
                  <a16:creationId xmlns:a16="http://schemas.microsoft.com/office/drawing/2014/main" id="{DD4109DC-0C3A-43D5-9B24-984BBBFDA892}"/>
                </a:ext>
              </a:extLst>
            </p:cNvPr>
            <p:cNvCxnSpPr/>
            <p:nvPr/>
          </p:nvCxnSpPr>
          <p:spPr bwMode="gray">
            <a:xfrm flipV="1">
              <a:off x="7573487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btfpColumnGapBlocker123737">
              <a:extLst>
                <a:ext uri="{FF2B5EF4-FFF2-40B4-BE49-F238E27FC236}">
                  <a16:creationId xmlns:a16="http://schemas.microsoft.com/office/drawing/2014/main" id="{65E6F389-80ED-4F45-8EFB-B8DC41992BBB}"/>
                </a:ext>
              </a:extLst>
            </p:cNvPr>
            <p:cNvSpPr/>
            <p:nvPr/>
          </p:nvSpPr>
          <p:spPr bwMode="gray">
            <a:xfrm>
              <a:off x="4618514" y="-20574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btfpColumnIndicator789396">
              <a:extLst>
                <a:ext uri="{FF2B5EF4-FFF2-40B4-BE49-F238E27FC236}">
                  <a16:creationId xmlns:a16="http://schemas.microsoft.com/office/drawing/2014/main" id="{D2F44660-0592-4FDB-AE65-CF83F1585432}"/>
                </a:ext>
              </a:extLst>
            </p:cNvPr>
            <p:cNvCxnSpPr/>
            <p:nvPr/>
          </p:nvCxnSpPr>
          <p:spPr bwMode="gray">
            <a:xfrm flipV="1">
              <a:off x="7032943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btfpColumnIndicator870566">
              <a:extLst>
                <a:ext uri="{FF2B5EF4-FFF2-40B4-BE49-F238E27FC236}">
                  <a16:creationId xmlns:a16="http://schemas.microsoft.com/office/drawing/2014/main" id="{BD68DEF5-ED1A-4981-B21F-4BE89E439255}"/>
                </a:ext>
              </a:extLst>
            </p:cNvPr>
            <p:cNvCxnSpPr/>
            <p:nvPr/>
          </p:nvCxnSpPr>
          <p:spPr bwMode="gray">
            <a:xfrm flipV="1">
              <a:off x="5159058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btfpColumnGapBlocker645134">
              <a:extLst>
                <a:ext uri="{FF2B5EF4-FFF2-40B4-BE49-F238E27FC236}">
                  <a16:creationId xmlns:a16="http://schemas.microsoft.com/office/drawing/2014/main" id="{9647F6EB-4716-4879-80F3-060AFF2CEC71}"/>
                </a:ext>
              </a:extLst>
            </p:cNvPr>
            <p:cNvSpPr/>
            <p:nvPr/>
          </p:nvSpPr>
          <p:spPr bwMode="gray">
            <a:xfrm>
              <a:off x="2204085" y="-20574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74228">
              <a:extLst>
                <a:ext uri="{FF2B5EF4-FFF2-40B4-BE49-F238E27FC236}">
                  <a16:creationId xmlns:a16="http://schemas.microsoft.com/office/drawing/2014/main" id="{EF8FCD94-3BC0-4F3A-B053-D96CC499A975}"/>
                </a:ext>
              </a:extLst>
            </p:cNvPr>
            <p:cNvCxnSpPr/>
            <p:nvPr/>
          </p:nvCxnSpPr>
          <p:spPr bwMode="gray">
            <a:xfrm flipV="1">
              <a:off x="4618514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987411">
              <a:extLst>
                <a:ext uri="{FF2B5EF4-FFF2-40B4-BE49-F238E27FC236}">
                  <a16:creationId xmlns:a16="http://schemas.microsoft.com/office/drawing/2014/main" id="{7CBC9B84-DE5E-44D0-9DA5-B2444B96E0DB}"/>
                </a:ext>
              </a:extLst>
            </p:cNvPr>
            <p:cNvCxnSpPr/>
            <p:nvPr/>
          </p:nvCxnSpPr>
          <p:spPr bwMode="gray">
            <a:xfrm flipV="1">
              <a:off x="2744629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btfpColumnGapBlocker404880">
              <a:extLst>
                <a:ext uri="{FF2B5EF4-FFF2-40B4-BE49-F238E27FC236}">
                  <a16:creationId xmlns:a16="http://schemas.microsoft.com/office/drawing/2014/main" id="{D2E42CF5-996C-4CBC-BD45-746CA76A6EAE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524552">
              <a:extLst>
                <a:ext uri="{FF2B5EF4-FFF2-40B4-BE49-F238E27FC236}">
                  <a16:creationId xmlns:a16="http://schemas.microsoft.com/office/drawing/2014/main" id="{4303098B-BAF8-4732-8722-205F26785D11}"/>
                </a:ext>
              </a:extLst>
            </p:cNvPr>
            <p:cNvCxnSpPr/>
            <p:nvPr/>
          </p:nvCxnSpPr>
          <p:spPr bwMode="gray">
            <a:xfrm flipV="1">
              <a:off x="2204085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392471">
              <a:extLst>
                <a:ext uri="{FF2B5EF4-FFF2-40B4-BE49-F238E27FC236}">
                  <a16:creationId xmlns:a16="http://schemas.microsoft.com/office/drawing/2014/main" id="{C70DEBF8-E11B-4691-9FA6-4007D8FB7EBF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C5D8A2-95A5-4ECC-BCE4-C8EDA84E5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Alternative format: </a:t>
            </a:r>
            <a:r>
              <a:rPr lang="en-US"/>
              <a:t>Routines and communication norms to promote sustainability</a:t>
            </a:r>
          </a:p>
        </p:txBody>
      </p:sp>
      <p:sp>
        <p:nvSpPr>
          <p:cNvPr id="3" name="btfpBulletedList717534">
            <a:extLst>
              <a:ext uri="{FF2B5EF4-FFF2-40B4-BE49-F238E27FC236}">
                <a16:creationId xmlns:a16="http://schemas.microsoft.com/office/drawing/2014/main" id="{2AB8B514-ED99-49EC-A23B-DAFD8BB1DDB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gray">
          <a:xfrm>
            <a:off x="2744629" y="1270000"/>
            <a:ext cx="9117171" cy="4912490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>
              <a:spcBef>
                <a:spcPts val="1800"/>
              </a:spcBef>
            </a:pPr>
            <a:r>
              <a:rPr lang="en-US"/>
              <a:t>Our collective goal is to deliver a </a:t>
            </a:r>
            <a:r>
              <a:rPr lang="en-US" b="1"/>
              <a:t>great client result </a:t>
            </a:r>
            <a:r>
              <a:rPr lang="en-US"/>
              <a:t>while ensuring it is a </a:t>
            </a:r>
            <a:r>
              <a:rPr lang="en-US" b="1"/>
              <a:t>good experience </a:t>
            </a:r>
            <a:r>
              <a:rPr lang="en-US"/>
              <a:t>for everyone on the team</a:t>
            </a:r>
          </a:p>
          <a:p>
            <a:pPr>
              <a:spcBef>
                <a:spcPts val="1800"/>
              </a:spcBef>
            </a:pPr>
            <a:r>
              <a:rPr lang="en-US"/>
              <a:t>We can deliver this by </a:t>
            </a:r>
            <a:r>
              <a:rPr lang="en-US" b="1"/>
              <a:t>effectively communicating and </a:t>
            </a:r>
            <a:r>
              <a:rPr lang="en-US" b="1" err="1"/>
              <a:t>workplanning</a:t>
            </a:r>
            <a:r>
              <a:rPr lang="en-US" b="1"/>
              <a:t> </a:t>
            </a:r>
            <a:r>
              <a:rPr lang="en-US"/>
              <a:t>as a collective team</a:t>
            </a:r>
          </a:p>
          <a:p>
            <a:pPr>
              <a:spcBef>
                <a:spcPts val="1800"/>
              </a:spcBef>
            </a:pPr>
            <a:r>
              <a:rPr lang="en-US" b="1"/>
              <a:t>1 flex day </a:t>
            </a:r>
            <a:r>
              <a:rPr lang="en-US"/>
              <a:t>per week – which day, T-Th, should we set as our normal flex day?</a:t>
            </a:r>
          </a:p>
          <a:p>
            <a:pPr>
              <a:spcBef>
                <a:spcPts val="1800"/>
              </a:spcBef>
            </a:pPr>
            <a:r>
              <a:rPr lang="en-US"/>
              <a:t>Morning (9a) and evening stand-ups (4:30p) are used as quick check-ins to </a:t>
            </a:r>
            <a:r>
              <a:rPr lang="en-US" b="1"/>
              <a:t>align on priorities </a:t>
            </a:r>
          </a:p>
          <a:p>
            <a:pPr lvl="1">
              <a:spcBef>
                <a:spcPts val="900"/>
              </a:spcBef>
            </a:pPr>
            <a:r>
              <a:rPr lang="en-US"/>
              <a:t>Please arrive on-time and ready to engage (e.g., laptop open/on); we will incorporate team fun each p.m.</a:t>
            </a:r>
          </a:p>
          <a:p>
            <a:pPr>
              <a:spcBef>
                <a:spcPts val="1800"/>
              </a:spcBef>
            </a:pPr>
            <a:r>
              <a:rPr lang="en-US"/>
              <a:t>Each </a:t>
            </a:r>
            <a:r>
              <a:rPr lang="en-US" err="1"/>
              <a:t>teamlet</a:t>
            </a:r>
            <a:r>
              <a:rPr lang="en-US"/>
              <a:t> should schedule separate standing 60-minute </a:t>
            </a:r>
            <a:r>
              <a:rPr lang="en-US" b="1"/>
              <a:t>content review </a:t>
            </a:r>
            <a:r>
              <a:rPr lang="en-US"/>
              <a:t>time 2x/week</a:t>
            </a:r>
          </a:p>
          <a:p>
            <a:pPr lvl="1">
              <a:spcBef>
                <a:spcPts val="900"/>
              </a:spcBef>
            </a:pPr>
            <a:r>
              <a:rPr lang="en-US"/>
              <a:t>Please come prepared with an agenda and focused areas for input</a:t>
            </a:r>
          </a:p>
          <a:p>
            <a:pPr>
              <a:spcBef>
                <a:spcPts val="1800"/>
              </a:spcBef>
            </a:pPr>
            <a:r>
              <a:rPr lang="en-US"/>
              <a:t>EOD emails are not required, but I would appreciate a </a:t>
            </a:r>
            <a:r>
              <a:rPr lang="en-US" b="1"/>
              <a:t>‘week ahead’ email </a:t>
            </a:r>
            <a:r>
              <a:rPr lang="en-US"/>
              <a:t>with your high-level plan for the following week (completed each Thursday)</a:t>
            </a:r>
          </a:p>
          <a:p>
            <a:pPr lvl="1">
              <a:spcBef>
                <a:spcPts val="900"/>
              </a:spcBef>
            </a:pPr>
            <a:r>
              <a:rPr lang="en-US"/>
              <a:t>I will compile, edit, and share back an overarching case plan with the full team so everyone has visibility</a:t>
            </a:r>
          </a:p>
          <a:p>
            <a:pPr>
              <a:spcBef>
                <a:spcPts val="1800"/>
              </a:spcBef>
            </a:pPr>
            <a:r>
              <a:rPr lang="en-US"/>
              <a:t>CTM each week should include a segment for </a:t>
            </a:r>
            <a:r>
              <a:rPr lang="en-US" b="1"/>
              <a:t>content review / answer sharing </a:t>
            </a:r>
            <a:r>
              <a:rPr lang="en-US"/>
              <a:t>where we want the LT’s engagement – in addition to CTSU discussion and team fun</a:t>
            </a:r>
          </a:p>
        </p:txBody>
      </p:sp>
      <p:grpSp>
        <p:nvGrpSpPr>
          <p:cNvPr id="90" name="btfpRowHeaderBox841858">
            <a:extLst>
              <a:ext uri="{FF2B5EF4-FFF2-40B4-BE49-F238E27FC236}">
                <a16:creationId xmlns:a16="http://schemas.microsoft.com/office/drawing/2014/main" id="{E19BB8B1-7BB5-4C6E-A0FA-F4A4391D97F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30200" y="1270000"/>
            <a:ext cx="1925320" cy="1099979"/>
            <a:chOff x="419100" y="1447800"/>
            <a:chExt cx="1925320" cy="972979"/>
          </a:xfrm>
        </p:grpSpPr>
        <p:sp>
          <p:nvSpPr>
            <p:cNvPr id="88" name="btfpRowHeaderBoxText841858">
              <a:extLst>
                <a:ext uri="{FF2B5EF4-FFF2-40B4-BE49-F238E27FC236}">
                  <a16:creationId xmlns:a16="http://schemas.microsoft.com/office/drawing/2014/main" id="{629AFB86-B99E-4D9C-AF64-CC2D76E5C95B}"/>
                </a:ext>
              </a:extLst>
            </p:cNvPr>
            <p:cNvSpPr txBox="1"/>
            <p:nvPr/>
          </p:nvSpPr>
          <p:spPr bwMode="gray">
            <a:xfrm>
              <a:off x="419100" y="1447800"/>
              <a:ext cx="1925320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Ambition</a:t>
              </a:r>
            </a:p>
          </p:txBody>
        </p:sp>
        <p:cxnSp>
          <p:nvCxnSpPr>
            <p:cNvPr id="89" name="btfpRowHeaderBoxLine841858">
              <a:extLst>
                <a:ext uri="{FF2B5EF4-FFF2-40B4-BE49-F238E27FC236}">
                  <a16:creationId xmlns:a16="http://schemas.microsoft.com/office/drawing/2014/main" id="{F6E7F739-A4C8-436E-9E2F-153CECD2820A}"/>
                </a:ext>
              </a:extLst>
            </p:cNvPr>
            <p:cNvCxnSpPr/>
            <p:nvPr/>
          </p:nvCxnSpPr>
          <p:spPr bwMode="gray">
            <a:xfrm>
              <a:off x="2344420" y="1447800"/>
              <a:ext cx="0" cy="972979"/>
            </a:xfrm>
            <a:prstGeom prst="line">
              <a:avLst/>
            </a:prstGeom>
            <a:ln w="152400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btfpRowHeaderBox841858">
            <a:extLst>
              <a:ext uri="{FF2B5EF4-FFF2-40B4-BE49-F238E27FC236}">
                <a16:creationId xmlns:a16="http://schemas.microsoft.com/office/drawing/2014/main" id="{8FBA5C35-627D-40D6-8560-369A4838A143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30200" y="2496979"/>
            <a:ext cx="1925320" cy="3764121"/>
            <a:chOff x="419100" y="1447800"/>
            <a:chExt cx="1925320" cy="972979"/>
          </a:xfrm>
        </p:grpSpPr>
        <p:sp>
          <p:nvSpPr>
            <p:cNvPr id="92" name="btfpRowHeaderBoxText841858">
              <a:extLst>
                <a:ext uri="{FF2B5EF4-FFF2-40B4-BE49-F238E27FC236}">
                  <a16:creationId xmlns:a16="http://schemas.microsoft.com/office/drawing/2014/main" id="{8EC9FC43-3723-40F0-9301-0735CC1D7797}"/>
                </a:ext>
              </a:extLst>
            </p:cNvPr>
            <p:cNvSpPr txBox="1"/>
            <p:nvPr/>
          </p:nvSpPr>
          <p:spPr bwMode="gray">
            <a:xfrm>
              <a:off x="419100" y="1447800"/>
              <a:ext cx="1925320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Norms</a:t>
              </a:r>
            </a:p>
          </p:txBody>
        </p:sp>
        <p:cxnSp>
          <p:nvCxnSpPr>
            <p:cNvPr id="93" name="btfpRowHeaderBoxLine841858">
              <a:extLst>
                <a:ext uri="{FF2B5EF4-FFF2-40B4-BE49-F238E27FC236}">
                  <a16:creationId xmlns:a16="http://schemas.microsoft.com/office/drawing/2014/main" id="{DF8315CA-67E7-4CD3-BD34-C47CEE8E2FC1}"/>
                </a:ext>
              </a:extLst>
            </p:cNvPr>
            <p:cNvCxnSpPr/>
            <p:nvPr/>
          </p:nvCxnSpPr>
          <p:spPr bwMode="gray">
            <a:xfrm>
              <a:off x="2344420" y="1447800"/>
              <a:ext cx="0" cy="972979"/>
            </a:xfrm>
            <a:prstGeom prst="line">
              <a:avLst/>
            </a:prstGeom>
            <a:ln w="152400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btfpBulletedList239046">
            <a:extLst>
              <a:ext uri="{FF2B5EF4-FFF2-40B4-BE49-F238E27FC236}">
                <a16:creationId xmlns:a16="http://schemas.microsoft.com/office/drawing/2014/main" id="{2B65F26B-C64B-4924-980B-ADA5D862D0AE}"/>
              </a:ext>
            </a:extLst>
          </p:cNvPr>
          <p:cNvSpPr/>
          <p:nvPr/>
        </p:nvSpPr>
        <p:spPr bwMode="gray">
          <a:xfrm>
            <a:off x="9853863" y="0"/>
            <a:ext cx="2338119" cy="378996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>
                <a:solidFill>
                  <a:schemeClr val="tx1"/>
                </a:solidFill>
              </a:rPr>
              <a:t>Example: Adjust to your preferred norms</a:t>
            </a:r>
          </a:p>
        </p:txBody>
      </p:sp>
      <p:grpSp>
        <p:nvGrpSpPr>
          <p:cNvPr id="38" name="btfpRunningAgenda1Level829337">
            <a:extLst>
              <a:ext uri="{FF2B5EF4-FFF2-40B4-BE49-F238E27FC236}">
                <a16:creationId xmlns:a16="http://schemas.microsoft.com/office/drawing/2014/main" id="{47EDE793-6AD2-87CB-2D14-93D71255833B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944429"/>
            <a:ext cx="5974932" cy="257442"/>
            <a:chOff x="0" y="876300"/>
            <a:chExt cx="5974932" cy="257442"/>
          </a:xfrm>
        </p:grpSpPr>
        <p:sp>
          <p:nvSpPr>
            <p:cNvPr id="39" name="btfpRunningAgenda1LevelBarLeft829337">
              <a:extLst>
                <a:ext uri="{FF2B5EF4-FFF2-40B4-BE49-F238E27FC236}">
                  <a16:creationId xmlns:a16="http://schemas.microsoft.com/office/drawing/2014/main" id="{D3FE3EF0-A5FA-E2D0-64C8-E52B74686DF5}"/>
                </a:ext>
              </a:extLst>
            </p:cNvPr>
            <p:cNvSpPr/>
            <p:nvPr/>
          </p:nvSpPr>
          <p:spPr bwMode="gray">
            <a:xfrm>
              <a:off x="0" y="876300"/>
              <a:ext cx="5974932" cy="257442"/>
            </a:xfrm>
            <a:custGeom>
              <a:avLst/>
              <a:gdLst>
                <a:gd name="connsiteX0" fmla="*/ 95080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50801 w 1816204"/>
                <a:gd name="connsiteY0" fmla="*/ 0 h 257442"/>
                <a:gd name="connsiteX1" fmla="*/ 89608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1 w 950800"/>
                <a:gd name="connsiteY3" fmla="*/ 0 h 257442"/>
                <a:gd name="connsiteX0" fmla="*/ 1204076 w 1204076"/>
                <a:gd name="connsiteY0" fmla="*/ 0 h 257442"/>
                <a:gd name="connsiteX1" fmla="*/ 896080 w 1204076"/>
                <a:gd name="connsiteY1" fmla="*/ 257442 h 257442"/>
                <a:gd name="connsiteX2" fmla="*/ 0 w 1204076"/>
                <a:gd name="connsiteY2" fmla="*/ 257442 h 257442"/>
                <a:gd name="connsiteX3" fmla="*/ 1 w 1204076"/>
                <a:gd name="connsiteY3" fmla="*/ 0 h 257442"/>
                <a:gd name="connsiteX0" fmla="*/ 1204076 w 1204076"/>
                <a:gd name="connsiteY0" fmla="*/ 0 h 257442"/>
                <a:gd name="connsiteX1" fmla="*/ 1149355 w 1204076"/>
                <a:gd name="connsiteY1" fmla="*/ 257442 h 257442"/>
                <a:gd name="connsiteX2" fmla="*/ 0 w 1204076"/>
                <a:gd name="connsiteY2" fmla="*/ 257442 h 257442"/>
                <a:gd name="connsiteX3" fmla="*/ 1 w 1204076"/>
                <a:gd name="connsiteY3" fmla="*/ 0 h 257442"/>
                <a:gd name="connsiteX0" fmla="*/ 1204076 w 1204076"/>
                <a:gd name="connsiteY0" fmla="*/ 0 h 257442"/>
                <a:gd name="connsiteX1" fmla="*/ 1149355 w 1204076"/>
                <a:gd name="connsiteY1" fmla="*/ 257442 h 257442"/>
                <a:gd name="connsiteX2" fmla="*/ 0 w 1204076"/>
                <a:gd name="connsiteY2" fmla="*/ 257442 h 257442"/>
                <a:gd name="connsiteX3" fmla="*/ 1 w 1204076"/>
                <a:gd name="connsiteY3" fmla="*/ 0 h 257442"/>
                <a:gd name="connsiteX0" fmla="*/ 1204076 w 1204076"/>
                <a:gd name="connsiteY0" fmla="*/ 0 h 257442"/>
                <a:gd name="connsiteX1" fmla="*/ 1149355 w 1204076"/>
                <a:gd name="connsiteY1" fmla="*/ 257442 h 257442"/>
                <a:gd name="connsiteX2" fmla="*/ 0 w 1204076"/>
                <a:gd name="connsiteY2" fmla="*/ 257442 h 257442"/>
                <a:gd name="connsiteX3" fmla="*/ 0 w 1204076"/>
                <a:gd name="connsiteY3" fmla="*/ 0 h 257442"/>
                <a:gd name="connsiteX0" fmla="*/ 1382008 w 1382008"/>
                <a:gd name="connsiteY0" fmla="*/ 0 h 257442"/>
                <a:gd name="connsiteX1" fmla="*/ 1149355 w 1382008"/>
                <a:gd name="connsiteY1" fmla="*/ 257442 h 257442"/>
                <a:gd name="connsiteX2" fmla="*/ 0 w 1382008"/>
                <a:gd name="connsiteY2" fmla="*/ 257442 h 257442"/>
                <a:gd name="connsiteX3" fmla="*/ 0 w 1382008"/>
                <a:gd name="connsiteY3" fmla="*/ 0 h 257442"/>
                <a:gd name="connsiteX0" fmla="*/ 1382008 w 1382008"/>
                <a:gd name="connsiteY0" fmla="*/ 0 h 257442"/>
                <a:gd name="connsiteX1" fmla="*/ 1327287 w 1382008"/>
                <a:gd name="connsiteY1" fmla="*/ 257442 h 257442"/>
                <a:gd name="connsiteX2" fmla="*/ 0 w 1382008"/>
                <a:gd name="connsiteY2" fmla="*/ 257442 h 257442"/>
                <a:gd name="connsiteX3" fmla="*/ 0 w 1382008"/>
                <a:gd name="connsiteY3" fmla="*/ 0 h 257442"/>
                <a:gd name="connsiteX0" fmla="*/ 1382008 w 1382008"/>
                <a:gd name="connsiteY0" fmla="*/ 0 h 257442"/>
                <a:gd name="connsiteX1" fmla="*/ 1327287 w 1382008"/>
                <a:gd name="connsiteY1" fmla="*/ 257442 h 257442"/>
                <a:gd name="connsiteX2" fmla="*/ 0 w 1382008"/>
                <a:gd name="connsiteY2" fmla="*/ 257442 h 257442"/>
                <a:gd name="connsiteX3" fmla="*/ 0 w 1382008"/>
                <a:gd name="connsiteY3" fmla="*/ 0 h 257442"/>
                <a:gd name="connsiteX0" fmla="*/ 1382008 w 1382008"/>
                <a:gd name="connsiteY0" fmla="*/ 0 h 257442"/>
                <a:gd name="connsiteX1" fmla="*/ 1327287 w 1382008"/>
                <a:gd name="connsiteY1" fmla="*/ 257442 h 257442"/>
                <a:gd name="connsiteX2" fmla="*/ 0 w 1382008"/>
                <a:gd name="connsiteY2" fmla="*/ 257442 h 257442"/>
                <a:gd name="connsiteX3" fmla="*/ 0 w 1382008"/>
                <a:gd name="connsiteY3" fmla="*/ 0 h 257442"/>
                <a:gd name="connsiteX0" fmla="*/ 1550324 w 1550324"/>
                <a:gd name="connsiteY0" fmla="*/ 0 h 257442"/>
                <a:gd name="connsiteX1" fmla="*/ 1327287 w 1550324"/>
                <a:gd name="connsiteY1" fmla="*/ 257442 h 257442"/>
                <a:gd name="connsiteX2" fmla="*/ 0 w 1550324"/>
                <a:gd name="connsiteY2" fmla="*/ 257442 h 257442"/>
                <a:gd name="connsiteX3" fmla="*/ 0 w 1550324"/>
                <a:gd name="connsiteY3" fmla="*/ 0 h 257442"/>
                <a:gd name="connsiteX0" fmla="*/ 1550324 w 1550324"/>
                <a:gd name="connsiteY0" fmla="*/ 0 h 257442"/>
                <a:gd name="connsiteX1" fmla="*/ 1495603 w 1550324"/>
                <a:gd name="connsiteY1" fmla="*/ 257442 h 257442"/>
                <a:gd name="connsiteX2" fmla="*/ 0 w 1550324"/>
                <a:gd name="connsiteY2" fmla="*/ 257442 h 257442"/>
                <a:gd name="connsiteX3" fmla="*/ 0 w 1550324"/>
                <a:gd name="connsiteY3" fmla="*/ 0 h 257442"/>
                <a:gd name="connsiteX0" fmla="*/ 1550324 w 1550324"/>
                <a:gd name="connsiteY0" fmla="*/ 0 h 257442"/>
                <a:gd name="connsiteX1" fmla="*/ 1495603 w 1550324"/>
                <a:gd name="connsiteY1" fmla="*/ 257442 h 257442"/>
                <a:gd name="connsiteX2" fmla="*/ 0 w 1550324"/>
                <a:gd name="connsiteY2" fmla="*/ 257442 h 257442"/>
                <a:gd name="connsiteX3" fmla="*/ 0 w 1550324"/>
                <a:gd name="connsiteY3" fmla="*/ 0 h 257442"/>
                <a:gd name="connsiteX0" fmla="*/ 1550324 w 1550324"/>
                <a:gd name="connsiteY0" fmla="*/ 0 h 257442"/>
                <a:gd name="connsiteX1" fmla="*/ 1495603 w 1550324"/>
                <a:gd name="connsiteY1" fmla="*/ 257442 h 257442"/>
                <a:gd name="connsiteX2" fmla="*/ 0 w 1550324"/>
                <a:gd name="connsiteY2" fmla="*/ 257442 h 257442"/>
                <a:gd name="connsiteX3" fmla="*/ 0 w 1550324"/>
                <a:gd name="connsiteY3" fmla="*/ 0 h 257442"/>
                <a:gd name="connsiteX0" fmla="*/ 1819629 w 1819629"/>
                <a:gd name="connsiteY0" fmla="*/ 0 h 257442"/>
                <a:gd name="connsiteX1" fmla="*/ 1495603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819629 w 1819629"/>
                <a:gd name="connsiteY0" fmla="*/ 0 h 257442"/>
                <a:gd name="connsiteX1" fmla="*/ 1764908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819629 w 1819629"/>
                <a:gd name="connsiteY0" fmla="*/ 0 h 257442"/>
                <a:gd name="connsiteX1" fmla="*/ 1764908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819629 w 1819629"/>
                <a:gd name="connsiteY0" fmla="*/ 0 h 257442"/>
                <a:gd name="connsiteX1" fmla="*/ 1764908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997562 w 1997562"/>
                <a:gd name="connsiteY0" fmla="*/ 0 h 257442"/>
                <a:gd name="connsiteX1" fmla="*/ 1764908 w 1997562"/>
                <a:gd name="connsiteY1" fmla="*/ 257442 h 257442"/>
                <a:gd name="connsiteX2" fmla="*/ 0 w 1997562"/>
                <a:gd name="connsiteY2" fmla="*/ 257442 h 257442"/>
                <a:gd name="connsiteX3" fmla="*/ 0 w 1997562"/>
                <a:gd name="connsiteY3" fmla="*/ 0 h 257442"/>
                <a:gd name="connsiteX0" fmla="*/ 1997562 w 1997562"/>
                <a:gd name="connsiteY0" fmla="*/ 0 h 257442"/>
                <a:gd name="connsiteX1" fmla="*/ 1942840 w 1997562"/>
                <a:gd name="connsiteY1" fmla="*/ 257442 h 257442"/>
                <a:gd name="connsiteX2" fmla="*/ 0 w 1997562"/>
                <a:gd name="connsiteY2" fmla="*/ 257442 h 257442"/>
                <a:gd name="connsiteX3" fmla="*/ 0 w 1997562"/>
                <a:gd name="connsiteY3" fmla="*/ 0 h 257442"/>
                <a:gd name="connsiteX0" fmla="*/ 1997563 w 1997563"/>
                <a:gd name="connsiteY0" fmla="*/ 0 h 257442"/>
                <a:gd name="connsiteX1" fmla="*/ 1942841 w 1997563"/>
                <a:gd name="connsiteY1" fmla="*/ 257442 h 257442"/>
                <a:gd name="connsiteX2" fmla="*/ 0 w 1997563"/>
                <a:gd name="connsiteY2" fmla="*/ 257442 h 257442"/>
                <a:gd name="connsiteX3" fmla="*/ 1 w 1997563"/>
                <a:gd name="connsiteY3" fmla="*/ 0 h 257442"/>
                <a:gd name="connsiteX0" fmla="*/ 1997563 w 1997563"/>
                <a:gd name="connsiteY0" fmla="*/ 0 h 257442"/>
                <a:gd name="connsiteX1" fmla="*/ 1942841 w 1997563"/>
                <a:gd name="connsiteY1" fmla="*/ 257442 h 257442"/>
                <a:gd name="connsiteX2" fmla="*/ 0 w 1997563"/>
                <a:gd name="connsiteY2" fmla="*/ 257442 h 257442"/>
                <a:gd name="connsiteX3" fmla="*/ 1 w 1997563"/>
                <a:gd name="connsiteY3" fmla="*/ 0 h 257442"/>
                <a:gd name="connsiteX0" fmla="*/ 2276485 w 2276485"/>
                <a:gd name="connsiteY0" fmla="*/ 0 h 257442"/>
                <a:gd name="connsiteX1" fmla="*/ 1942841 w 2276485"/>
                <a:gd name="connsiteY1" fmla="*/ 257442 h 257442"/>
                <a:gd name="connsiteX2" fmla="*/ 0 w 2276485"/>
                <a:gd name="connsiteY2" fmla="*/ 257442 h 257442"/>
                <a:gd name="connsiteX3" fmla="*/ 1 w 2276485"/>
                <a:gd name="connsiteY3" fmla="*/ 0 h 257442"/>
                <a:gd name="connsiteX0" fmla="*/ 2276485 w 2276485"/>
                <a:gd name="connsiteY0" fmla="*/ 0 h 257442"/>
                <a:gd name="connsiteX1" fmla="*/ 2221764 w 2276485"/>
                <a:gd name="connsiteY1" fmla="*/ 257442 h 257442"/>
                <a:gd name="connsiteX2" fmla="*/ 0 w 2276485"/>
                <a:gd name="connsiteY2" fmla="*/ 257442 h 257442"/>
                <a:gd name="connsiteX3" fmla="*/ 1 w 2276485"/>
                <a:gd name="connsiteY3" fmla="*/ 0 h 257442"/>
                <a:gd name="connsiteX0" fmla="*/ 2276484 w 2276484"/>
                <a:gd name="connsiteY0" fmla="*/ 0 h 257442"/>
                <a:gd name="connsiteX1" fmla="*/ 2221763 w 2276484"/>
                <a:gd name="connsiteY1" fmla="*/ 257442 h 257442"/>
                <a:gd name="connsiteX2" fmla="*/ 0 w 2276484"/>
                <a:gd name="connsiteY2" fmla="*/ 257442 h 257442"/>
                <a:gd name="connsiteX3" fmla="*/ 0 w 2276484"/>
                <a:gd name="connsiteY3" fmla="*/ 0 h 257442"/>
                <a:gd name="connsiteX0" fmla="*/ 2276485 w 2276485"/>
                <a:gd name="connsiteY0" fmla="*/ 0 h 257442"/>
                <a:gd name="connsiteX1" fmla="*/ 2221764 w 2276485"/>
                <a:gd name="connsiteY1" fmla="*/ 257442 h 257442"/>
                <a:gd name="connsiteX2" fmla="*/ 1 w 2276485"/>
                <a:gd name="connsiteY2" fmla="*/ 257442 h 257442"/>
                <a:gd name="connsiteX3" fmla="*/ 0 w 2276485"/>
                <a:gd name="connsiteY3" fmla="*/ 0 h 257442"/>
                <a:gd name="connsiteX0" fmla="*/ 2444801 w 2444801"/>
                <a:gd name="connsiteY0" fmla="*/ 0 h 257442"/>
                <a:gd name="connsiteX1" fmla="*/ 2221764 w 2444801"/>
                <a:gd name="connsiteY1" fmla="*/ 257442 h 257442"/>
                <a:gd name="connsiteX2" fmla="*/ 1 w 2444801"/>
                <a:gd name="connsiteY2" fmla="*/ 257442 h 257442"/>
                <a:gd name="connsiteX3" fmla="*/ 0 w 2444801"/>
                <a:gd name="connsiteY3" fmla="*/ 0 h 257442"/>
                <a:gd name="connsiteX0" fmla="*/ 2444801 w 2444801"/>
                <a:gd name="connsiteY0" fmla="*/ 0 h 257442"/>
                <a:gd name="connsiteX1" fmla="*/ 2390080 w 2444801"/>
                <a:gd name="connsiteY1" fmla="*/ 257442 h 257442"/>
                <a:gd name="connsiteX2" fmla="*/ 1 w 2444801"/>
                <a:gd name="connsiteY2" fmla="*/ 257442 h 257442"/>
                <a:gd name="connsiteX3" fmla="*/ 0 w 2444801"/>
                <a:gd name="connsiteY3" fmla="*/ 0 h 257442"/>
                <a:gd name="connsiteX0" fmla="*/ 2444801 w 2444801"/>
                <a:gd name="connsiteY0" fmla="*/ 0 h 257442"/>
                <a:gd name="connsiteX1" fmla="*/ 2390080 w 2444801"/>
                <a:gd name="connsiteY1" fmla="*/ 257442 h 257442"/>
                <a:gd name="connsiteX2" fmla="*/ 1 w 2444801"/>
                <a:gd name="connsiteY2" fmla="*/ 257442 h 257442"/>
                <a:gd name="connsiteX3" fmla="*/ 0 w 2444801"/>
                <a:gd name="connsiteY3" fmla="*/ 0 h 257442"/>
                <a:gd name="connsiteX0" fmla="*/ 2444800 w 2444800"/>
                <a:gd name="connsiteY0" fmla="*/ 0 h 257442"/>
                <a:gd name="connsiteX1" fmla="*/ 2390079 w 2444800"/>
                <a:gd name="connsiteY1" fmla="*/ 257442 h 257442"/>
                <a:gd name="connsiteX2" fmla="*/ 0 w 2444800"/>
                <a:gd name="connsiteY2" fmla="*/ 257442 h 257442"/>
                <a:gd name="connsiteX3" fmla="*/ 0 w 2444800"/>
                <a:gd name="connsiteY3" fmla="*/ 0 h 257442"/>
                <a:gd name="connsiteX0" fmla="*/ 2714103 w 2714103"/>
                <a:gd name="connsiteY0" fmla="*/ 0 h 257442"/>
                <a:gd name="connsiteX1" fmla="*/ 2390079 w 2714103"/>
                <a:gd name="connsiteY1" fmla="*/ 257442 h 257442"/>
                <a:gd name="connsiteX2" fmla="*/ 0 w 2714103"/>
                <a:gd name="connsiteY2" fmla="*/ 257442 h 257442"/>
                <a:gd name="connsiteX3" fmla="*/ 0 w 2714103"/>
                <a:gd name="connsiteY3" fmla="*/ 0 h 257442"/>
                <a:gd name="connsiteX0" fmla="*/ 2714103 w 2714103"/>
                <a:gd name="connsiteY0" fmla="*/ 0 h 257442"/>
                <a:gd name="connsiteX1" fmla="*/ 2659382 w 2714103"/>
                <a:gd name="connsiteY1" fmla="*/ 257442 h 257442"/>
                <a:gd name="connsiteX2" fmla="*/ 0 w 2714103"/>
                <a:gd name="connsiteY2" fmla="*/ 257442 h 257442"/>
                <a:gd name="connsiteX3" fmla="*/ 0 w 2714103"/>
                <a:gd name="connsiteY3" fmla="*/ 0 h 257442"/>
                <a:gd name="connsiteX0" fmla="*/ 2714104 w 2714104"/>
                <a:gd name="connsiteY0" fmla="*/ 0 h 257442"/>
                <a:gd name="connsiteX1" fmla="*/ 2659383 w 2714104"/>
                <a:gd name="connsiteY1" fmla="*/ 257442 h 257442"/>
                <a:gd name="connsiteX2" fmla="*/ 0 w 2714104"/>
                <a:gd name="connsiteY2" fmla="*/ 257442 h 257442"/>
                <a:gd name="connsiteX3" fmla="*/ 1 w 2714104"/>
                <a:gd name="connsiteY3" fmla="*/ 0 h 257442"/>
                <a:gd name="connsiteX0" fmla="*/ 2714104 w 2714104"/>
                <a:gd name="connsiteY0" fmla="*/ 0 h 257442"/>
                <a:gd name="connsiteX1" fmla="*/ 2659383 w 2714104"/>
                <a:gd name="connsiteY1" fmla="*/ 257442 h 257442"/>
                <a:gd name="connsiteX2" fmla="*/ 0 w 2714104"/>
                <a:gd name="connsiteY2" fmla="*/ 257442 h 257442"/>
                <a:gd name="connsiteX3" fmla="*/ 0 w 2714104"/>
                <a:gd name="connsiteY3" fmla="*/ 0 h 257442"/>
                <a:gd name="connsiteX0" fmla="*/ 2892037 w 2892037"/>
                <a:gd name="connsiteY0" fmla="*/ 0 h 257442"/>
                <a:gd name="connsiteX1" fmla="*/ 2659383 w 2892037"/>
                <a:gd name="connsiteY1" fmla="*/ 257442 h 257442"/>
                <a:gd name="connsiteX2" fmla="*/ 0 w 2892037"/>
                <a:gd name="connsiteY2" fmla="*/ 257442 h 257442"/>
                <a:gd name="connsiteX3" fmla="*/ 0 w 2892037"/>
                <a:gd name="connsiteY3" fmla="*/ 0 h 257442"/>
                <a:gd name="connsiteX0" fmla="*/ 2892037 w 2892037"/>
                <a:gd name="connsiteY0" fmla="*/ 0 h 257442"/>
                <a:gd name="connsiteX1" fmla="*/ 2837316 w 2892037"/>
                <a:gd name="connsiteY1" fmla="*/ 257442 h 257442"/>
                <a:gd name="connsiteX2" fmla="*/ 0 w 2892037"/>
                <a:gd name="connsiteY2" fmla="*/ 257442 h 257442"/>
                <a:gd name="connsiteX3" fmla="*/ 0 w 2892037"/>
                <a:gd name="connsiteY3" fmla="*/ 0 h 257442"/>
                <a:gd name="connsiteX0" fmla="*/ 2892037 w 2892037"/>
                <a:gd name="connsiteY0" fmla="*/ 0 h 257442"/>
                <a:gd name="connsiteX1" fmla="*/ 2837316 w 2892037"/>
                <a:gd name="connsiteY1" fmla="*/ 257442 h 257442"/>
                <a:gd name="connsiteX2" fmla="*/ 0 w 2892037"/>
                <a:gd name="connsiteY2" fmla="*/ 257442 h 257442"/>
                <a:gd name="connsiteX3" fmla="*/ 0 w 2892037"/>
                <a:gd name="connsiteY3" fmla="*/ 0 h 257442"/>
                <a:gd name="connsiteX0" fmla="*/ 2892037 w 2892037"/>
                <a:gd name="connsiteY0" fmla="*/ 0 h 257442"/>
                <a:gd name="connsiteX1" fmla="*/ 2837316 w 2892037"/>
                <a:gd name="connsiteY1" fmla="*/ 257442 h 257442"/>
                <a:gd name="connsiteX2" fmla="*/ 0 w 2892037"/>
                <a:gd name="connsiteY2" fmla="*/ 257442 h 257442"/>
                <a:gd name="connsiteX3" fmla="*/ 0 w 2892037"/>
                <a:gd name="connsiteY3" fmla="*/ 0 h 257442"/>
                <a:gd name="connsiteX0" fmla="*/ 3060353 w 3060353"/>
                <a:gd name="connsiteY0" fmla="*/ 0 h 257442"/>
                <a:gd name="connsiteX1" fmla="*/ 2837316 w 3060353"/>
                <a:gd name="connsiteY1" fmla="*/ 257442 h 257442"/>
                <a:gd name="connsiteX2" fmla="*/ 0 w 3060353"/>
                <a:gd name="connsiteY2" fmla="*/ 257442 h 257442"/>
                <a:gd name="connsiteX3" fmla="*/ 0 w 3060353"/>
                <a:gd name="connsiteY3" fmla="*/ 0 h 257442"/>
                <a:gd name="connsiteX0" fmla="*/ 3060353 w 3060353"/>
                <a:gd name="connsiteY0" fmla="*/ 0 h 257442"/>
                <a:gd name="connsiteX1" fmla="*/ 3005632 w 3060353"/>
                <a:gd name="connsiteY1" fmla="*/ 257442 h 257442"/>
                <a:gd name="connsiteX2" fmla="*/ 0 w 3060353"/>
                <a:gd name="connsiteY2" fmla="*/ 257442 h 257442"/>
                <a:gd name="connsiteX3" fmla="*/ 0 w 3060353"/>
                <a:gd name="connsiteY3" fmla="*/ 0 h 257442"/>
                <a:gd name="connsiteX0" fmla="*/ 3060353 w 3060353"/>
                <a:gd name="connsiteY0" fmla="*/ 0 h 257442"/>
                <a:gd name="connsiteX1" fmla="*/ 3005632 w 3060353"/>
                <a:gd name="connsiteY1" fmla="*/ 257442 h 257442"/>
                <a:gd name="connsiteX2" fmla="*/ 0 w 3060353"/>
                <a:gd name="connsiteY2" fmla="*/ 257442 h 257442"/>
                <a:gd name="connsiteX3" fmla="*/ 0 w 3060353"/>
                <a:gd name="connsiteY3" fmla="*/ 0 h 257442"/>
                <a:gd name="connsiteX0" fmla="*/ 3060353 w 3060353"/>
                <a:gd name="connsiteY0" fmla="*/ 0 h 257442"/>
                <a:gd name="connsiteX1" fmla="*/ 3005632 w 3060353"/>
                <a:gd name="connsiteY1" fmla="*/ 257442 h 257442"/>
                <a:gd name="connsiteX2" fmla="*/ 0 w 3060353"/>
                <a:gd name="connsiteY2" fmla="*/ 257442 h 257442"/>
                <a:gd name="connsiteX3" fmla="*/ 0 w 3060353"/>
                <a:gd name="connsiteY3" fmla="*/ 0 h 257442"/>
                <a:gd name="connsiteX0" fmla="*/ 3246301 w 3246301"/>
                <a:gd name="connsiteY0" fmla="*/ 0 h 257442"/>
                <a:gd name="connsiteX1" fmla="*/ 3005632 w 3246301"/>
                <a:gd name="connsiteY1" fmla="*/ 257442 h 257442"/>
                <a:gd name="connsiteX2" fmla="*/ 0 w 3246301"/>
                <a:gd name="connsiteY2" fmla="*/ 257442 h 257442"/>
                <a:gd name="connsiteX3" fmla="*/ 0 w 3246301"/>
                <a:gd name="connsiteY3" fmla="*/ 0 h 257442"/>
                <a:gd name="connsiteX0" fmla="*/ 3246301 w 3246301"/>
                <a:gd name="connsiteY0" fmla="*/ 0 h 257442"/>
                <a:gd name="connsiteX1" fmla="*/ 3191580 w 3246301"/>
                <a:gd name="connsiteY1" fmla="*/ 257442 h 257442"/>
                <a:gd name="connsiteX2" fmla="*/ 0 w 3246301"/>
                <a:gd name="connsiteY2" fmla="*/ 257442 h 257442"/>
                <a:gd name="connsiteX3" fmla="*/ 0 w 3246301"/>
                <a:gd name="connsiteY3" fmla="*/ 0 h 257442"/>
                <a:gd name="connsiteX0" fmla="*/ 3246301 w 3246301"/>
                <a:gd name="connsiteY0" fmla="*/ 0 h 257442"/>
                <a:gd name="connsiteX1" fmla="*/ 3191580 w 3246301"/>
                <a:gd name="connsiteY1" fmla="*/ 257442 h 257442"/>
                <a:gd name="connsiteX2" fmla="*/ 0 w 3246301"/>
                <a:gd name="connsiteY2" fmla="*/ 257442 h 257442"/>
                <a:gd name="connsiteX3" fmla="*/ 0 w 3246301"/>
                <a:gd name="connsiteY3" fmla="*/ 0 h 257442"/>
                <a:gd name="connsiteX0" fmla="*/ 3246301 w 3246301"/>
                <a:gd name="connsiteY0" fmla="*/ 0 h 257442"/>
                <a:gd name="connsiteX1" fmla="*/ 3191580 w 3246301"/>
                <a:gd name="connsiteY1" fmla="*/ 257442 h 257442"/>
                <a:gd name="connsiteX2" fmla="*/ 0 w 3246301"/>
                <a:gd name="connsiteY2" fmla="*/ 257442 h 257442"/>
                <a:gd name="connsiteX3" fmla="*/ 0 w 3246301"/>
                <a:gd name="connsiteY3" fmla="*/ 0 h 257442"/>
                <a:gd name="connsiteX0" fmla="*/ 3406602 w 3406602"/>
                <a:gd name="connsiteY0" fmla="*/ 0 h 257442"/>
                <a:gd name="connsiteX1" fmla="*/ 3191580 w 3406602"/>
                <a:gd name="connsiteY1" fmla="*/ 257442 h 257442"/>
                <a:gd name="connsiteX2" fmla="*/ 0 w 3406602"/>
                <a:gd name="connsiteY2" fmla="*/ 257442 h 257442"/>
                <a:gd name="connsiteX3" fmla="*/ 0 w 3406602"/>
                <a:gd name="connsiteY3" fmla="*/ 0 h 257442"/>
                <a:gd name="connsiteX0" fmla="*/ 3406602 w 3406602"/>
                <a:gd name="connsiteY0" fmla="*/ 0 h 257442"/>
                <a:gd name="connsiteX1" fmla="*/ 3351880 w 3406602"/>
                <a:gd name="connsiteY1" fmla="*/ 257442 h 257442"/>
                <a:gd name="connsiteX2" fmla="*/ 0 w 3406602"/>
                <a:gd name="connsiteY2" fmla="*/ 257442 h 257442"/>
                <a:gd name="connsiteX3" fmla="*/ 0 w 3406602"/>
                <a:gd name="connsiteY3" fmla="*/ 0 h 257442"/>
                <a:gd name="connsiteX0" fmla="*/ 3406603 w 3406603"/>
                <a:gd name="connsiteY0" fmla="*/ 0 h 257442"/>
                <a:gd name="connsiteX1" fmla="*/ 3351881 w 3406603"/>
                <a:gd name="connsiteY1" fmla="*/ 257442 h 257442"/>
                <a:gd name="connsiteX2" fmla="*/ 0 w 3406603"/>
                <a:gd name="connsiteY2" fmla="*/ 257442 h 257442"/>
                <a:gd name="connsiteX3" fmla="*/ 1 w 3406603"/>
                <a:gd name="connsiteY3" fmla="*/ 0 h 257442"/>
                <a:gd name="connsiteX0" fmla="*/ 3406603 w 3406603"/>
                <a:gd name="connsiteY0" fmla="*/ 0 h 257442"/>
                <a:gd name="connsiteX1" fmla="*/ 3351881 w 3406603"/>
                <a:gd name="connsiteY1" fmla="*/ 257442 h 257442"/>
                <a:gd name="connsiteX2" fmla="*/ 0 w 3406603"/>
                <a:gd name="connsiteY2" fmla="*/ 257442 h 257442"/>
                <a:gd name="connsiteX3" fmla="*/ 1 w 3406603"/>
                <a:gd name="connsiteY3" fmla="*/ 0 h 257442"/>
                <a:gd name="connsiteX0" fmla="*/ 3670200 w 3670200"/>
                <a:gd name="connsiteY0" fmla="*/ 0 h 257442"/>
                <a:gd name="connsiteX1" fmla="*/ 3351881 w 3670200"/>
                <a:gd name="connsiteY1" fmla="*/ 257442 h 257442"/>
                <a:gd name="connsiteX2" fmla="*/ 0 w 3670200"/>
                <a:gd name="connsiteY2" fmla="*/ 257442 h 257442"/>
                <a:gd name="connsiteX3" fmla="*/ 1 w 3670200"/>
                <a:gd name="connsiteY3" fmla="*/ 0 h 257442"/>
                <a:gd name="connsiteX0" fmla="*/ 3670200 w 3670200"/>
                <a:gd name="connsiteY0" fmla="*/ 0 h 257442"/>
                <a:gd name="connsiteX1" fmla="*/ 3615478 w 3670200"/>
                <a:gd name="connsiteY1" fmla="*/ 257442 h 257442"/>
                <a:gd name="connsiteX2" fmla="*/ 0 w 3670200"/>
                <a:gd name="connsiteY2" fmla="*/ 257442 h 257442"/>
                <a:gd name="connsiteX3" fmla="*/ 1 w 3670200"/>
                <a:gd name="connsiteY3" fmla="*/ 0 h 257442"/>
                <a:gd name="connsiteX0" fmla="*/ 3670200 w 3670200"/>
                <a:gd name="connsiteY0" fmla="*/ 0 h 257442"/>
                <a:gd name="connsiteX1" fmla="*/ 3615478 w 3670200"/>
                <a:gd name="connsiteY1" fmla="*/ 257442 h 257442"/>
                <a:gd name="connsiteX2" fmla="*/ 0 w 3670200"/>
                <a:gd name="connsiteY2" fmla="*/ 257442 h 257442"/>
                <a:gd name="connsiteX3" fmla="*/ 1 w 3670200"/>
                <a:gd name="connsiteY3" fmla="*/ 0 h 257442"/>
                <a:gd name="connsiteX0" fmla="*/ 3670200 w 3670200"/>
                <a:gd name="connsiteY0" fmla="*/ 0 h 257442"/>
                <a:gd name="connsiteX1" fmla="*/ 3615478 w 3670200"/>
                <a:gd name="connsiteY1" fmla="*/ 257442 h 257442"/>
                <a:gd name="connsiteX2" fmla="*/ 0 w 3670200"/>
                <a:gd name="connsiteY2" fmla="*/ 257442 h 257442"/>
                <a:gd name="connsiteX3" fmla="*/ 0 w 3670200"/>
                <a:gd name="connsiteY3" fmla="*/ 0 h 257442"/>
                <a:gd name="connsiteX0" fmla="*/ 3838515 w 3838515"/>
                <a:gd name="connsiteY0" fmla="*/ 0 h 257442"/>
                <a:gd name="connsiteX1" fmla="*/ 3615478 w 3838515"/>
                <a:gd name="connsiteY1" fmla="*/ 257442 h 257442"/>
                <a:gd name="connsiteX2" fmla="*/ 0 w 3838515"/>
                <a:gd name="connsiteY2" fmla="*/ 257442 h 257442"/>
                <a:gd name="connsiteX3" fmla="*/ 0 w 3838515"/>
                <a:gd name="connsiteY3" fmla="*/ 0 h 257442"/>
                <a:gd name="connsiteX0" fmla="*/ 3838515 w 3838515"/>
                <a:gd name="connsiteY0" fmla="*/ 0 h 257442"/>
                <a:gd name="connsiteX1" fmla="*/ 3783794 w 3838515"/>
                <a:gd name="connsiteY1" fmla="*/ 257442 h 257442"/>
                <a:gd name="connsiteX2" fmla="*/ 0 w 3838515"/>
                <a:gd name="connsiteY2" fmla="*/ 257442 h 257442"/>
                <a:gd name="connsiteX3" fmla="*/ 0 w 3838515"/>
                <a:gd name="connsiteY3" fmla="*/ 0 h 257442"/>
                <a:gd name="connsiteX0" fmla="*/ 3838515 w 3838515"/>
                <a:gd name="connsiteY0" fmla="*/ 0 h 257442"/>
                <a:gd name="connsiteX1" fmla="*/ 3783794 w 3838515"/>
                <a:gd name="connsiteY1" fmla="*/ 257442 h 257442"/>
                <a:gd name="connsiteX2" fmla="*/ 0 w 3838515"/>
                <a:gd name="connsiteY2" fmla="*/ 257442 h 257442"/>
                <a:gd name="connsiteX3" fmla="*/ 0 w 3838515"/>
                <a:gd name="connsiteY3" fmla="*/ 0 h 257442"/>
                <a:gd name="connsiteX0" fmla="*/ 3838515 w 3838515"/>
                <a:gd name="connsiteY0" fmla="*/ 0 h 257442"/>
                <a:gd name="connsiteX1" fmla="*/ 3783794 w 3838515"/>
                <a:gd name="connsiteY1" fmla="*/ 257442 h 257442"/>
                <a:gd name="connsiteX2" fmla="*/ 0 w 3838515"/>
                <a:gd name="connsiteY2" fmla="*/ 257442 h 257442"/>
                <a:gd name="connsiteX3" fmla="*/ 0 w 3838515"/>
                <a:gd name="connsiteY3" fmla="*/ 0 h 257442"/>
                <a:gd name="connsiteX0" fmla="*/ 4006830 w 4006830"/>
                <a:gd name="connsiteY0" fmla="*/ 0 h 257442"/>
                <a:gd name="connsiteX1" fmla="*/ 3783794 w 4006830"/>
                <a:gd name="connsiteY1" fmla="*/ 257442 h 257442"/>
                <a:gd name="connsiteX2" fmla="*/ 0 w 4006830"/>
                <a:gd name="connsiteY2" fmla="*/ 257442 h 257442"/>
                <a:gd name="connsiteX3" fmla="*/ 0 w 4006830"/>
                <a:gd name="connsiteY3" fmla="*/ 0 h 257442"/>
                <a:gd name="connsiteX0" fmla="*/ 4006830 w 4006830"/>
                <a:gd name="connsiteY0" fmla="*/ 0 h 257442"/>
                <a:gd name="connsiteX1" fmla="*/ 3952108 w 4006830"/>
                <a:gd name="connsiteY1" fmla="*/ 257442 h 257442"/>
                <a:gd name="connsiteX2" fmla="*/ 0 w 4006830"/>
                <a:gd name="connsiteY2" fmla="*/ 257442 h 257442"/>
                <a:gd name="connsiteX3" fmla="*/ 0 w 4006830"/>
                <a:gd name="connsiteY3" fmla="*/ 0 h 257442"/>
                <a:gd name="connsiteX0" fmla="*/ 4006831 w 4006831"/>
                <a:gd name="connsiteY0" fmla="*/ 0 h 257442"/>
                <a:gd name="connsiteX1" fmla="*/ 3952109 w 4006831"/>
                <a:gd name="connsiteY1" fmla="*/ 257442 h 257442"/>
                <a:gd name="connsiteX2" fmla="*/ 0 w 4006831"/>
                <a:gd name="connsiteY2" fmla="*/ 257442 h 257442"/>
                <a:gd name="connsiteX3" fmla="*/ 1 w 4006831"/>
                <a:gd name="connsiteY3" fmla="*/ 0 h 257442"/>
                <a:gd name="connsiteX0" fmla="*/ 4006831 w 4006831"/>
                <a:gd name="connsiteY0" fmla="*/ 0 h 257442"/>
                <a:gd name="connsiteX1" fmla="*/ 3952109 w 4006831"/>
                <a:gd name="connsiteY1" fmla="*/ 257442 h 257442"/>
                <a:gd name="connsiteX2" fmla="*/ 0 w 4006831"/>
                <a:gd name="connsiteY2" fmla="*/ 257442 h 257442"/>
                <a:gd name="connsiteX3" fmla="*/ 1 w 4006831"/>
                <a:gd name="connsiteY3" fmla="*/ 0 h 257442"/>
                <a:gd name="connsiteX0" fmla="*/ 4268121 w 4268121"/>
                <a:gd name="connsiteY0" fmla="*/ 0 h 257442"/>
                <a:gd name="connsiteX1" fmla="*/ 3952109 w 4268121"/>
                <a:gd name="connsiteY1" fmla="*/ 257442 h 257442"/>
                <a:gd name="connsiteX2" fmla="*/ 0 w 4268121"/>
                <a:gd name="connsiteY2" fmla="*/ 257442 h 257442"/>
                <a:gd name="connsiteX3" fmla="*/ 1 w 4268121"/>
                <a:gd name="connsiteY3" fmla="*/ 0 h 257442"/>
                <a:gd name="connsiteX0" fmla="*/ 4268121 w 4268121"/>
                <a:gd name="connsiteY0" fmla="*/ 0 h 257442"/>
                <a:gd name="connsiteX1" fmla="*/ 4213400 w 4268121"/>
                <a:gd name="connsiteY1" fmla="*/ 257442 h 257442"/>
                <a:gd name="connsiteX2" fmla="*/ 0 w 4268121"/>
                <a:gd name="connsiteY2" fmla="*/ 257442 h 257442"/>
                <a:gd name="connsiteX3" fmla="*/ 1 w 4268121"/>
                <a:gd name="connsiteY3" fmla="*/ 0 h 257442"/>
                <a:gd name="connsiteX0" fmla="*/ 4268120 w 4268120"/>
                <a:gd name="connsiteY0" fmla="*/ 0 h 257442"/>
                <a:gd name="connsiteX1" fmla="*/ 4213399 w 4268120"/>
                <a:gd name="connsiteY1" fmla="*/ 257442 h 257442"/>
                <a:gd name="connsiteX2" fmla="*/ 0 w 4268120"/>
                <a:gd name="connsiteY2" fmla="*/ 257442 h 257442"/>
                <a:gd name="connsiteX3" fmla="*/ 0 w 4268120"/>
                <a:gd name="connsiteY3" fmla="*/ 0 h 257442"/>
                <a:gd name="connsiteX0" fmla="*/ 4268121 w 4268121"/>
                <a:gd name="connsiteY0" fmla="*/ 0 h 257442"/>
                <a:gd name="connsiteX1" fmla="*/ 4213400 w 4268121"/>
                <a:gd name="connsiteY1" fmla="*/ 257442 h 257442"/>
                <a:gd name="connsiteX2" fmla="*/ 1 w 4268121"/>
                <a:gd name="connsiteY2" fmla="*/ 257442 h 257442"/>
                <a:gd name="connsiteX3" fmla="*/ 0 w 4268121"/>
                <a:gd name="connsiteY3" fmla="*/ 0 h 257442"/>
                <a:gd name="connsiteX0" fmla="*/ 4428421 w 4428421"/>
                <a:gd name="connsiteY0" fmla="*/ 0 h 257442"/>
                <a:gd name="connsiteX1" fmla="*/ 4213400 w 4428421"/>
                <a:gd name="connsiteY1" fmla="*/ 257442 h 257442"/>
                <a:gd name="connsiteX2" fmla="*/ 1 w 4428421"/>
                <a:gd name="connsiteY2" fmla="*/ 257442 h 257442"/>
                <a:gd name="connsiteX3" fmla="*/ 0 w 4428421"/>
                <a:gd name="connsiteY3" fmla="*/ 0 h 257442"/>
                <a:gd name="connsiteX0" fmla="*/ 4428421 w 4428421"/>
                <a:gd name="connsiteY0" fmla="*/ 0 h 257442"/>
                <a:gd name="connsiteX1" fmla="*/ 4373700 w 4428421"/>
                <a:gd name="connsiteY1" fmla="*/ 257442 h 257442"/>
                <a:gd name="connsiteX2" fmla="*/ 1 w 4428421"/>
                <a:gd name="connsiteY2" fmla="*/ 257442 h 257442"/>
                <a:gd name="connsiteX3" fmla="*/ 0 w 4428421"/>
                <a:gd name="connsiteY3" fmla="*/ 0 h 257442"/>
                <a:gd name="connsiteX0" fmla="*/ 4428421 w 4428421"/>
                <a:gd name="connsiteY0" fmla="*/ 0 h 257442"/>
                <a:gd name="connsiteX1" fmla="*/ 4373700 w 4428421"/>
                <a:gd name="connsiteY1" fmla="*/ 257442 h 257442"/>
                <a:gd name="connsiteX2" fmla="*/ 1 w 4428421"/>
                <a:gd name="connsiteY2" fmla="*/ 257442 h 257442"/>
                <a:gd name="connsiteX3" fmla="*/ 0 w 4428421"/>
                <a:gd name="connsiteY3" fmla="*/ 0 h 257442"/>
                <a:gd name="connsiteX0" fmla="*/ 4428420 w 4428420"/>
                <a:gd name="connsiteY0" fmla="*/ 0 h 257442"/>
                <a:gd name="connsiteX1" fmla="*/ 4373699 w 4428420"/>
                <a:gd name="connsiteY1" fmla="*/ 257442 h 257442"/>
                <a:gd name="connsiteX2" fmla="*/ 0 w 4428420"/>
                <a:gd name="connsiteY2" fmla="*/ 257442 h 257442"/>
                <a:gd name="connsiteX3" fmla="*/ 0 w 4428420"/>
                <a:gd name="connsiteY3" fmla="*/ 0 h 257442"/>
                <a:gd name="connsiteX0" fmla="*/ 4588719 w 4588719"/>
                <a:gd name="connsiteY0" fmla="*/ 0 h 257442"/>
                <a:gd name="connsiteX1" fmla="*/ 4373699 w 4588719"/>
                <a:gd name="connsiteY1" fmla="*/ 257442 h 257442"/>
                <a:gd name="connsiteX2" fmla="*/ 0 w 4588719"/>
                <a:gd name="connsiteY2" fmla="*/ 257442 h 257442"/>
                <a:gd name="connsiteX3" fmla="*/ 0 w 4588719"/>
                <a:gd name="connsiteY3" fmla="*/ 0 h 257442"/>
                <a:gd name="connsiteX0" fmla="*/ 4588719 w 4588719"/>
                <a:gd name="connsiteY0" fmla="*/ 0 h 257442"/>
                <a:gd name="connsiteX1" fmla="*/ 4533998 w 4588719"/>
                <a:gd name="connsiteY1" fmla="*/ 257442 h 257442"/>
                <a:gd name="connsiteX2" fmla="*/ 0 w 4588719"/>
                <a:gd name="connsiteY2" fmla="*/ 257442 h 257442"/>
                <a:gd name="connsiteX3" fmla="*/ 0 w 4588719"/>
                <a:gd name="connsiteY3" fmla="*/ 0 h 257442"/>
                <a:gd name="connsiteX0" fmla="*/ 4588720 w 4588720"/>
                <a:gd name="connsiteY0" fmla="*/ 0 h 257442"/>
                <a:gd name="connsiteX1" fmla="*/ 4533999 w 4588720"/>
                <a:gd name="connsiteY1" fmla="*/ 257442 h 257442"/>
                <a:gd name="connsiteX2" fmla="*/ 0 w 4588720"/>
                <a:gd name="connsiteY2" fmla="*/ 257442 h 257442"/>
                <a:gd name="connsiteX3" fmla="*/ 1 w 4588720"/>
                <a:gd name="connsiteY3" fmla="*/ 0 h 257442"/>
                <a:gd name="connsiteX0" fmla="*/ 4588720 w 4588720"/>
                <a:gd name="connsiteY0" fmla="*/ 0 h 257442"/>
                <a:gd name="connsiteX1" fmla="*/ 4533999 w 4588720"/>
                <a:gd name="connsiteY1" fmla="*/ 257442 h 257442"/>
                <a:gd name="connsiteX2" fmla="*/ 0 w 4588720"/>
                <a:gd name="connsiteY2" fmla="*/ 257442 h 257442"/>
                <a:gd name="connsiteX3" fmla="*/ 0 w 4588720"/>
                <a:gd name="connsiteY3" fmla="*/ 0 h 257442"/>
                <a:gd name="connsiteX0" fmla="*/ 4749020 w 4749020"/>
                <a:gd name="connsiteY0" fmla="*/ 0 h 257442"/>
                <a:gd name="connsiteX1" fmla="*/ 4533999 w 4749020"/>
                <a:gd name="connsiteY1" fmla="*/ 257442 h 257442"/>
                <a:gd name="connsiteX2" fmla="*/ 0 w 4749020"/>
                <a:gd name="connsiteY2" fmla="*/ 257442 h 257442"/>
                <a:gd name="connsiteX3" fmla="*/ 0 w 4749020"/>
                <a:gd name="connsiteY3" fmla="*/ 0 h 257442"/>
                <a:gd name="connsiteX0" fmla="*/ 4749020 w 4749020"/>
                <a:gd name="connsiteY0" fmla="*/ 0 h 257442"/>
                <a:gd name="connsiteX1" fmla="*/ 4694299 w 4749020"/>
                <a:gd name="connsiteY1" fmla="*/ 257442 h 257442"/>
                <a:gd name="connsiteX2" fmla="*/ 0 w 4749020"/>
                <a:gd name="connsiteY2" fmla="*/ 257442 h 257442"/>
                <a:gd name="connsiteX3" fmla="*/ 0 w 4749020"/>
                <a:gd name="connsiteY3" fmla="*/ 0 h 257442"/>
                <a:gd name="connsiteX0" fmla="*/ 4749020 w 4749020"/>
                <a:gd name="connsiteY0" fmla="*/ 0 h 257442"/>
                <a:gd name="connsiteX1" fmla="*/ 4694299 w 4749020"/>
                <a:gd name="connsiteY1" fmla="*/ 257442 h 257442"/>
                <a:gd name="connsiteX2" fmla="*/ 0 w 4749020"/>
                <a:gd name="connsiteY2" fmla="*/ 257442 h 257442"/>
                <a:gd name="connsiteX3" fmla="*/ 0 w 4749020"/>
                <a:gd name="connsiteY3" fmla="*/ 0 h 257442"/>
                <a:gd name="connsiteX0" fmla="*/ 4749020 w 4749020"/>
                <a:gd name="connsiteY0" fmla="*/ 0 h 257442"/>
                <a:gd name="connsiteX1" fmla="*/ 4694299 w 4749020"/>
                <a:gd name="connsiteY1" fmla="*/ 257442 h 257442"/>
                <a:gd name="connsiteX2" fmla="*/ 0 w 4749020"/>
                <a:gd name="connsiteY2" fmla="*/ 257442 h 257442"/>
                <a:gd name="connsiteX3" fmla="*/ 0 w 4749020"/>
                <a:gd name="connsiteY3" fmla="*/ 0 h 257442"/>
                <a:gd name="connsiteX0" fmla="*/ 4917335 w 4917335"/>
                <a:gd name="connsiteY0" fmla="*/ 0 h 257442"/>
                <a:gd name="connsiteX1" fmla="*/ 4694299 w 4917335"/>
                <a:gd name="connsiteY1" fmla="*/ 257442 h 257442"/>
                <a:gd name="connsiteX2" fmla="*/ 0 w 4917335"/>
                <a:gd name="connsiteY2" fmla="*/ 257442 h 257442"/>
                <a:gd name="connsiteX3" fmla="*/ 0 w 4917335"/>
                <a:gd name="connsiteY3" fmla="*/ 0 h 257442"/>
                <a:gd name="connsiteX0" fmla="*/ 4917335 w 4917335"/>
                <a:gd name="connsiteY0" fmla="*/ 0 h 257442"/>
                <a:gd name="connsiteX1" fmla="*/ 4862614 w 4917335"/>
                <a:gd name="connsiteY1" fmla="*/ 257442 h 257442"/>
                <a:gd name="connsiteX2" fmla="*/ 0 w 4917335"/>
                <a:gd name="connsiteY2" fmla="*/ 257442 h 257442"/>
                <a:gd name="connsiteX3" fmla="*/ 0 w 4917335"/>
                <a:gd name="connsiteY3" fmla="*/ 0 h 257442"/>
                <a:gd name="connsiteX0" fmla="*/ 4917335 w 4917335"/>
                <a:gd name="connsiteY0" fmla="*/ 0 h 257442"/>
                <a:gd name="connsiteX1" fmla="*/ 4862614 w 4917335"/>
                <a:gd name="connsiteY1" fmla="*/ 257442 h 257442"/>
                <a:gd name="connsiteX2" fmla="*/ 0 w 4917335"/>
                <a:gd name="connsiteY2" fmla="*/ 257442 h 257442"/>
                <a:gd name="connsiteX3" fmla="*/ 0 w 4917335"/>
                <a:gd name="connsiteY3" fmla="*/ 0 h 257442"/>
                <a:gd name="connsiteX0" fmla="*/ 4917335 w 4917335"/>
                <a:gd name="connsiteY0" fmla="*/ 0 h 257442"/>
                <a:gd name="connsiteX1" fmla="*/ 4862614 w 4917335"/>
                <a:gd name="connsiteY1" fmla="*/ 257442 h 257442"/>
                <a:gd name="connsiteX2" fmla="*/ 0 w 4917335"/>
                <a:gd name="connsiteY2" fmla="*/ 257442 h 257442"/>
                <a:gd name="connsiteX3" fmla="*/ 0 w 4917335"/>
                <a:gd name="connsiteY3" fmla="*/ 0 h 257442"/>
                <a:gd name="connsiteX0" fmla="*/ 5226522 w 5226522"/>
                <a:gd name="connsiteY0" fmla="*/ 0 h 257442"/>
                <a:gd name="connsiteX1" fmla="*/ 4862614 w 5226522"/>
                <a:gd name="connsiteY1" fmla="*/ 257442 h 257442"/>
                <a:gd name="connsiteX2" fmla="*/ 0 w 5226522"/>
                <a:gd name="connsiteY2" fmla="*/ 257442 h 257442"/>
                <a:gd name="connsiteX3" fmla="*/ 0 w 5226522"/>
                <a:gd name="connsiteY3" fmla="*/ 0 h 257442"/>
                <a:gd name="connsiteX0" fmla="*/ 5226522 w 5226522"/>
                <a:gd name="connsiteY0" fmla="*/ 0 h 257442"/>
                <a:gd name="connsiteX1" fmla="*/ 5171800 w 5226522"/>
                <a:gd name="connsiteY1" fmla="*/ 257442 h 257442"/>
                <a:gd name="connsiteX2" fmla="*/ 0 w 5226522"/>
                <a:gd name="connsiteY2" fmla="*/ 257442 h 257442"/>
                <a:gd name="connsiteX3" fmla="*/ 0 w 5226522"/>
                <a:gd name="connsiteY3" fmla="*/ 0 h 257442"/>
                <a:gd name="connsiteX0" fmla="*/ 5226523 w 5226523"/>
                <a:gd name="connsiteY0" fmla="*/ 0 h 257442"/>
                <a:gd name="connsiteX1" fmla="*/ 5171801 w 5226523"/>
                <a:gd name="connsiteY1" fmla="*/ 257442 h 257442"/>
                <a:gd name="connsiteX2" fmla="*/ 0 w 5226523"/>
                <a:gd name="connsiteY2" fmla="*/ 257442 h 257442"/>
                <a:gd name="connsiteX3" fmla="*/ 1 w 5226523"/>
                <a:gd name="connsiteY3" fmla="*/ 0 h 257442"/>
                <a:gd name="connsiteX0" fmla="*/ 5226523 w 5226523"/>
                <a:gd name="connsiteY0" fmla="*/ 0 h 257442"/>
                <a:gd name="connsiteX1" fmla="*/ 5171801 w 5226523"/>
                <a:gd name="connsiteY1" fmla="*/ 257442 h 257442"/>
                <a:gd name="connsiteX2" fmla="*/ 0 w 5226523"/>
                <a:gd name="connsiteY2" fmla="*/ 257442 h 257442"/>
                <a:gd name="connsiteX3" fmla="*/ 1 w 5226523"/>
                <a:gd name="connsiteY3" fmla="*/ 0 h 257442"/>
                <a:gd name="connsiteX0" fmla="*/ 5468385 w 5468385"/>
                <a:gd name="connsiteY0" fmla="*/ 0 h 257442"/>
                <a:gd name="connsiteX1" fmla="*/ 5171801 w 5468385"/>
                <a:gd name="connsiteY1" fmla="*/ 257442 h 257442"/>
                <a:gd name="connsiteX2" fmla="*/ 0 w 5468385"/>
                <a:gd name="connsiteY2" fmla="*/ 257442 h 257442"/>
                <a:gd name="connsiteX3" fmla="*/ 1 w 5468385"/>
                <a:gd name="connsiteY3" fmla="*/ 0 h 257442"/>
                <a:gd name="connsiteX0" fmla="*/ 5468385 w 5468385"/>
                <a:gd name="connsiteY0" fmla="*/ 0 h 257442"/>
                <a:gd name="connsiteX1" fmla="*/ 5413664 w 5468385"/>
                <a:gd name="connsiteY1" fmla="*/ 257442 h 257442"/>
                <a:gd name="connsiteX2" fmla="*/ 0 w 5468385"/>
                <a:gd name="connsiteY2" fmla="*/ 257442 h 257442"/>
                <a:gd name="connsiteX3" fmla="*/ 1 w 5468385"/>
                <a:gd name="connsiteY3" fmla="*/ 0 h 257442"/>
                <a:gd name="connsiteX0" fmla="*/ 5468384 w 5468384"/>
                <a:gd name="connsiteY0" fmla="*/ 0 h 257442"/>
                <a:gd name="connsiteX1" fmla="*/ 5413663 w 5468384"/>
                <a:gd name="connsiteY1" fmla="*/ 257442 h 257442"/>
                <a:gd name="connsiteX2" fmla="*/ 0 w 5468384"/>
                <a:gd name="connsiteY2" fmla="*/ 257442 h 257442"/>
                <a:gd name="connsiteX3" fmla="*/ 0 w 5468384"/>
                <a:gd name="connsiteY3" fmla="*/ 0 h 257442"/>
                <a:gd name="connsiteX0" fmla="*/ 5468385 w 5468385"/>
                <a:gd name="connsiteY0" fmla="*/ 0 h 257442"/>
                <a:gd name="connsiteX1" fmla="*/ 5413664 w 5468385"/>
                <a:gd name="connsiteY1" fmla="*/ 257442 h 257442"/>
                <a:gd name="connsiteX2" fmla="*/ 1 w 5468385"/>
                <a:gd name="connsiteY2" fmla="*/ 257442 h 257442"/>
                <a:gd name="connsiteX3" fmla="*/ 0 w 5468385"/>
                <a:gd name="connsiteY3" fmla="*/ 0 h 257442"/>
                <a:gd name="connsiteX0" fmla="*/ 5646318 w 5646318"/>
                <a:gd name="connsiteY0" fmla="*/ 0 h 257442"/>
                <a:gd name="connsiteX1" fmla="*/ 5413664 w 5646318"/>
                <a:gd name="connsiteY1" fmla="*/ 257442 h 257442"/>
                <a:gd name="connsiteX2" fmla="*/ 1 w 5646318"/>
                <a:gd name="connsiteY2" fmla="*/ 257442 h 257442"/>
                <a:gd name="connsiteX3" fmla="*/ 0 w 5646318"/>
                <a:gd name="connsiteY3" fmla="*/ 0 h 257442"/>
                <a:gd name="connsiteX0" fmla="*/ 5646318 w 5646318"/>
                <a:gd name="connsiteY0" fmla="*/ 0 h 257442"/>
                <a:gd name="connsiteX1" fmla="*/ 5591596 w 5646318"/>
                <a:gd name="connsiteY1" fmla="*/ 257442 h 257442"/>
                <a:gd name="connsiteX2" fmla="*/ 1 w 5646318"/>
                <a:gd name="connsiteY2" fmla="*/ 257442 h 257442"/>
                <a:gd name="connsiteX3" fmla="*/ 0 w 5646318"/>
                <a:gd name="connsiteY3" fmla="*/ 0 h 257442"/>
                <a:gd name="connsiteX0" fmla="*/ 5646318 w 5646318"/>
                <a:gd name="connsiteY0" fmla="*/ 0 h 257442"/>
                <a:gd name="connsiteX1" fmla="*/ 5591596 w 5646318"/>
                <a:gd name="connsiteY1" fmla="*/ 257442 h 257442"/>
                <a:gd name="connsiteX2" fmla="*/ 0 w 5646318"/>
                <a:gd name="connsiteY2" fmla="*/ 257442 h 257442"/>
                <a:gd name="connsiteX3" fmla="*/ 0 w 5646318"/>
                <a:gd name="connsiteY3" fmla="*/ 0 h 257442"/>
                <a:gd name="connsiteX0" fmla="*/ 5646318 w 5646318"/>
                <a:gd name="connsiteY0" fmla="*/ 0 h 257442"/>
                <a:gd name="connsiteX1" fmla="*/ 5591596 w 5646318"/>
                <a:gd name="connsiteY1" fmla="*/ 257442 h 257442"/>
                <a:gd name="connsiteX2" fmla="*/ 0 w 5646318"/>
                <a:gd name="connsiteY2" fmla="*/ 257442 h 257442"/>
                <a:gd name="connsiteX3" fmla="*/ 0 w 5646318"/>
                <a:gd name="connsiteY3" fmla="*/ 0 h 257442"/>
                <a:gd name="connsiteX0" fmla="*/ 5814632 w 5814632"/>
                <a:gd name="connsiteY0" fmla="*/ 0 h 257442"/>
                <a:gd name="connsiteX1" fmla="*/ 5591596 w 5814632"/>
                <a:gd name="connsiteY1" fmla="*/ 257442 h 257442"/>
                <a:gd name="connsiteX2" fmla="*/ 0 w 5814632"/>
                <a:gd name="connsiteY2" fmla="*/ 257442 h 257442"/>
                <a:gd name="connsiteX3" fmla="*/ 0 w 5814632"/>
                <a:gd name="connsiteY3" fmla="*/ 0 h 257442"/>
                <a:gd name="connsiteX0" fmla="*/ 5814632 w 5814632"/>
                <a:gd name="connsiteY0" fmla="*/ 0 h 257442"/>
                <a:gd name="connsiteX1" fmla="*/ 5759911 w 5814632"/>
                <a:gd name="connsiteY1" fmla="*/ 257442 h 257442"/>
                <a:gd name="connsiteX2" fmla="*/ 0 w 5814632"/>
                <a:gd name="connsiteY2" fmla="*/ 257442 h 257442"/>
                <a:gd name="connsiteX3" fmla="*/ 0 w 5814632"/>
                <a:gd name="connsiteY3" fmla="*/ 0 h 257442"/>
                <a:gd name="connsiteX0" fmla="*/ 5814632 w 5814632"/>
                <a:gd name="connsiteY0" fmla="*/ 0 h 257442"/>
                <a:gd name="connsiteX1" fmla="*/ 5759911 w 5814632"/>
                <a:gd name="connsiteY1" fmla="*/ 257442 h 257442"/>
                <a:gd name="connsiteX2" fmla="*/ 0 w 5814632"/>
                <a:gd name="connsiteY2" fmla="*/ 257442 h 257442"/>
                <a:gd name="connsiteX3" fmla="*/ 0 w 5814632"/>
                <a:gd name="connsiteY3" fmla="*/ 0 h 257442"/>
                <a:gd name="connsiteX0" fmla="*/ 5814632 w 5814632"/>
                <a:gd name="connsiteY0" fmla="*/ 0 h 257442"/>
                <a:gd name="connsiteX1" fmla="*/ 5759911 w 5814632"/>
                <a:gd name="connsiteY1" fmla="*/ 257442 h 257442"/>
                <a:gd name="connsiteX2" fmla="*/ 0 w 5814632"/>
                <a:gd name="connsiteY2" fmla="*/ 257442 h 257442"/>
                <a:gd name="connsiteX3" fmla="*/ 0 w 5814632"/>
                <a:gd name="connsiteY3" fmla="*/ 0 h 257442"/>
                <a:gd name="connsiteX0" fmla="*/ 5974932 w 5974932"/>
                <a:gd name="connsiteY0" fmla="*/ 0 h 257442"/>
                <a:gd name="connsiteX1" fmla="*/ 5759911 w 5974932"/>
                <a:gd name="connsiteY1" fmla="*/ 257442 h 257442"/>
                <a:gd name="connsiteX2" fmla="*/ 0 w 5974932"/>
                <a:gd name="connsiteY2" fmla="*/ 257442 h 257442"/>
                <a:gd name="connsiteX3" fmla="*/ 0 w 5974932"/>
                <a:gd name="connsiteY3" fmla="*/ 0 h 257442"/>
                <a:gd name="connsiteX0" fmla="*/ 5974932 w 5974932"/>
                <a:gd name="connsiteY0" fmla="*/ 0 h 257442"/>
                <a:gd name="connsiteX1" fmla="*/ 5920211 w 5974932"/>
                <a:gd name="connsiteY1" fmla="*/ 257442 h 257442"/>
                <a:gd name="connsiteX2" fmla="*/ 0 w 5974932"/>
                <a:gd name="connsiteY2" fmla="*/ 257442 h 257442"/>
                <a:gd name="connsiteX3" fmla="*/ 0 w 5974932"/>
                <a:gd name="connsiteY3" fmla="*/ 0 h 257442"/>
                <a:gd name="connsiteX0" fmla="*/ 5974932 w 5974932"/>
                <a:gd name="connsiteY0" fmla="*/ 0 h 257442"/>
                <a:gd name="connsiteX1" fmla="*/ 5920211 w 5974932"/>
                <a:gd name="connsiteY1" fmla="*/ 257442 h 257442"/>
                <a:gd name="connsiteX2" fmla="*/ 0 w 5974932"/>
                <a:gd name="connsiteY2" fmla="*/ 257442 h 257442"/>
                <a:gd name="connsiteX3" fmla="*/ 0 w 5974932"/>
                <a:gd name="connsiteY3" fmla="*/ 0 h 257442"/>
                <a:gd name="connsiteX0" fmla="*/ 5974932 w 5974932"/>
                <a:gd name="connsiteY0" fmla="*/ 0 h 257442"/>
                <a:gd name="connsiteX1" fmla="*/ 5920211 w 5974932"/>
                <a:gd name="connsiteY1" fmla="*/ 257442 h 257442"/>
                <a:gd name="connsiteX2" fmla="*/ 0 w 5974932"/>
                <a:gd name="connsiteY2" fmla="*/ 257442 h 257442"/>
                <a:gd name="connsiteX3" fmla="*/ 0 w 5974932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74932" h="257442">
                  <a:moveTo>
                    <a:pt x="5974932" y="0"/>
                  </a:moveTo>
                  <a:lnTo>
                    <a:pt x="5920211" y="257442"/>
                  </a:lnTo>
                  <a:lnTo>
                    <a:pt x="0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0" name="btfpRunningAgenda1LevelTextLeft829337">
              <a:extLst>
                <a:ext uri="{FF2B5EF4-FFF2-40B4-BE49-F238E27FC236}">
                  <a16:creationId xmlns:a16="http://schemas.microsoft.com/office/drawing/2014/main" id="{7B07F8B5-8D36-DED8-C317-499C338E3AEF}"/>
                </a:ext>
              </a:extLst>
            </p:cNvPr>
            <p:cNvSpPr txBox="1"/>
            <p:nvPr/>
          </p:nvSpPr>
          <p:spPr bwMode="gray">
            <a:xfrm>
              <a:off x="0" y="876300"/>
              <a:ext cx="5920211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FFFFFF"/>
                  </a:solidFill>
                </a:rPr>
                <a:t>Aligning on norms and expectations</a:t>
              </a:r>
            </a:p>
          </p:txBody>
        </p:sp>
      </p:grpSp>
      <p:grpSp>
        <p:nvGrpSpPr>
          <p:cNvPr id="41" name="btfpStatusSticker849323">
            <a:extLst>
              <a:ext uri="{FF2B5EF4-FFF2-40B4-BE49-F238E27FC236}">
                <a16:creationId xmlns:a16="http://schemas.microsoft.com/office/drawing/2014/main" id="{4DCBE6E4-AC30-D9B4-3463-3F48B7332C2A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641273" y="955344"/>
            <a:ext cx="1220527" cy="235611"/>
            <a:chOff x="10641273" y="955344"/>
            <a:chExt cx="1220527" cy="235611"/>
          </a:xfrm>
        </p:grpSpPr>
        <p:sp>
          <p:nvSpPr>
            <p:cNvPr id="42" name="btfpStatusStickerText849323">
              <a:extLst>
                <a:ext uri="{FF2B5EF4-FFF2-40B4-BE49-F238E27FC236}">
                  <a16:creationId xmlns:a16="http://schemas.microsoft.com/office/drawing/2014/main" id="{E96D0F51-E6C2-BD47-067A-D32C3575F852}"/>
                </a:ext>
              </a:extLst>
            </p:cNvPr>
            <p:cNvSpPr txBox="1"/>
            <p:nvPr/>
          </p:nvSpPr>
          <p:spPr bwMode="gray">
            <a:xfrm>
              <a:off x="10641273" y="955344"/>
              <a:ext cx="1220527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all" spc="45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example</a:t>
              </a:r>
            </a:p>
          </p:txBody>
        </p:sp>
        <p:cxnSp>
          <p:nvCxnSpPr>
            <p:cNvPr id="43" name="btfpStatusStickerLine849323">
              <a:extLst>
                <a:ext uri="{FF2B5EF4-FFF2-40B4-BE49-F238E27FC236}">
                  <a16:creationId xmlns:a16="http://schemas.microsoft.com/office/drawing/2014/main" id="{87ECB1BA-18F6-0EC1-54CE-03BFB5CE070E}"/>
                </a:ext>
              </a:extLst>
            </p:cNvPr>
            <p:cNvCxnSpPr/>
            <p:nvPr/>
          </p:nvCxnSpPr>
          <p:spPr bwMode="gray">
            <a:xfrm rot="720000">
              <a:off x="10641273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btfpStatusSticker438348">
            <a:extLst>
              <a:ext uri="{FF2B5EF4-FFF2-40B4-BE49-F238E27FC236}">
                <a16:creationId xmlns:a16="http://schemas.microsoft.com/office/drawing/2014/main" id="{A142FB55-BB96-BBBE-2A94-5B81CEE7514E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595828" y="955344"/>
            <a:ext cx="3918445" cy="235611"/>
            <a:chOff x="5008854" y="955344"/>
            <a:chExt cx="3918445" cy="235611"/>
          </a:xfrm>
        </p:grpSpPr>
        <p:sp>
          <p:nvSpPr>
            <p:cNvPr id="47" name="btfpStatusStickerText438348">
              <a:extLst>
                <a:ext uri="{FF2B5EF4-FFF2-40B4-BE49-F238E27FC236}">
                  <a16:creationId xmlns:a16="http://schemas.microsoft.com/office/drawing/2014/main" id="{4970E385-B9D7-1BFB-6D25-FB45EE7EE87E}"/>
                </a:ext>
              </a:extLst>
            </p:cNvPr>
            <p:cNvSpPr txBox="1"/>
            <p:nvPr/>
          </p:nvSpPr>
          <p:spPr bwMode="gray">
            <a:xfrm>
              <a:off x="5008854" y="955344"/>
              <a:ext cx="3918445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all" spc="45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To be aligned on as a team</a:t>
              </a:r>
            </a:p>
          </p:txBody>
        </p:sp>
        <p:cxnSp>
          <p:nvCxnSpPr>
            <p:cNvPr id="48" name="btfpStatusStickerLine438348">
              <a:extLst>
                <a:ext uri="{FF2B5EF4-FFF2-40B4-BE49-F238E27FC236}">
                  <a16:creationId xmlns:a16="http://schemas.microsoft.com/office/drawing/2014/main" id="{9C08E0CE-DA96-6D20-A63F-8A1AFFEE3394}"/>
                </a:ext>
              </a:extLst>
            </p:cNvPr>
            <p:cNvCxnSpPr/>
            <p:nvPr/>
          </p:nvCxnSpPr>
          <p:spPr bwMode="gray">
            <a:xfrm rot="720000">
              <a:off x="5008854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CommentBox">
            <a:extLst>
              <a:ext uri="{FF2B5EF4-FFF2-40B4-BE49-F238E27FC236}">
                <a16:creationId xmlns:a16="http://schemas.microsoft.com/office/drawing/2014/main" id="{92E5055F-3207-CB01-6BA5-D8EEE730EBCE}"/>
              </a:ext>
            </a:extLst>
          </p:cNvPr>
          <p:cNvSpPr/>
          <p:nvPr/>
        </p:nvSpPr>
        <p:spPr bwMode="gray">
          <a:xfrm>
            <a:off x="6598982" y="-38049"/>
            <a:ext cx="2222500" cy="1016000"/>
          </a:xfrm>
          <a:prstGeom prst="wedgeRoundRectCallout">
            <a:avLst/>
          </a:prstGeom>
          <a:solidFill>
            <a:srgbClr val="006393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AU" sz="1200" b="1" dirty="0" err="1">
                <a:solidFill>
                  <a:srgbClr val="FFFFFF"/>
                </a:solidFill>
                <a:latin typeface="Arial" panose="020B0604020202020204" pitchFamily="34" charset="0"/>
              </a:rPr>
              <a:t>MichelleF</a:t>
            </a:r>
            <a:r>
              <a:rPr lang="en-AU" sz="1200" b="1" dirty="0">
                <a:solidFill>
                  <a:srgbClr val="FFFFFF"/>
                </a:solidFill>
                <a:latin typeface="Arial" panose="020B0604020202020204" pitchFamily="34" charset="0"/>
              </a:rPr>
              <a:t>: Alternative Tean Norms To be revised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0052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24A0C40-4E92-4C00-9850-C1C7EEC742A6}"/>
              </a:ext>
            </a:extLst>
          </p:cNvPr>
          <p:cNvSpPr/>
          <p:nvPr/>
        </p:nvSpPr>
        <p:spPr bwMode="gray">
          <a:xfrm>
            <a:off x="-12700" y="6517537"/>
            <a:ext cx="12204700" cy="32739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chemeClr val="tx1"/>
              </a:solidFill>
            </a:endParaRPr>
          </a:p>
        </p:txBody>
      </p:sp>
      <p:grpSp>
        <p:nvGrpSpPr>
          <p:cNvPr id="119" name="btfpColumnIndicatorGroup2">
            <a:extLst>
              <a:ext uri="{FF2B5EF4-FFF2-40B4-BE49-F238E27FC236}">
                <a16:creationId xmlns:a16="http://schemas.microsoft.com/office/drawing/2014/main" id="{3F5614E7-F7B8-43BC-9313-33CAF19A1220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17" name="btfpColumnGapBlocker525535">
              <a:extLst>
                <a:ext uri="{FF2B5EF4-FFF2-40B4-BE49-F238E27FC236}">
                  <a16:creationId xmlns:a16="http://schemas.microsoft.com/office/drawing/2014/main" id="{7958D972-B052-420D-899D-D06C56077AC1}"/>
                </a:ext>
              </a:extLst>
            </p:cNvPr>
            <p:cNvSpPr/>
            <p:nvPr/>
          </p:nvSpPr>
          <p:spPr bwMode="gray">
            <a:xfrm>
              <a:off x="11861801" y="692658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15" name="btfpColumnGapBlocker747028">
              <a:extLst>
                <a:ext uri="{FF2B5EF4-FFF2-40B4-BE49-F238E27FC236}">
                  <a16:creationId xmlns:a16="http://schemas.microsoft.com/office/drawing/2014/main" id="{1567668E-7259-4F8E-ABC1-73D7EC46E5BD}"/>
                </a:ext>
              </a:extLst>
            </p:cNvPr>
            <p:cNvSpPr/>
            <p:nvPr/>
          </p:nvSpPr>
          <p:spPr bwMode="gray">
            <a:xfrm>
              <a:off x="10137208" y="692658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13" name="btfpColumnIndicator847287">
              <a:extLst>
                <a:ext uri="{FF2B5EF4-FFF2-40B4-BE49-F238E27FC236}">
                  <a16:creationId xmlns:a16="http://schemas.microsoft.com/office/drawing/2014/main" id="{BDF98C40-DA84-456C-B578-A1B15C84C555}"/>
                </a:ext>
              </a:extLst>
            </p:cNvPr>
            <p:cNvCxnSpPr/>
            <p:nvPr/>
          </p:nvCxnSpPr>
          <p:spPr bwMode="gray">
            <a:xfrm flipV="1">
              <a:off x="1186180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btfpColumnIndicator619459">
              <a:extLst>
                <a:ext uri="{FF2B5EF4-FFF2-40B4-BE49-F238E27FC236}">
                  <a16:creationId xmlns:a16="http://schemas.microsoft.com/office/drawing/2014/main" id="{E263AF6F-1E23-4211-B5B5-91C7737F3742}"/>
                </a:ext>
              </a:extLst>
            </p:cNvPr>
            <p:cNvCxnSpPr/>
            <p:nvPr/>
          </p:nvCxnSpPr>
          <p:spPr bwMode="gray">
            <a:xfrm flipV="1">
              <a:off x="10677753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btfpColumnGapBlocker454408">
              <a:extLst>
                <a:ext uri="{FF2B5EF4-FFF2-40B4-BE49-F238E27FC236}">
                  <a16:creationId xmlns:a16="http://schemas.microsoft.com/office/drawing/2014/main" id="{BD8197D5-7450-445C-84DF-1C58B0703FAA}"/>
                </a:ext>
              </a:extLst>
            </p:cNvPr>
            <p:cNvSpPr/>
            <p:nvPr/>
          </p:nvSpPr>
          <p:spPr bwMode="gray">
            <a:xfrm>
              <a:off x="8412616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07" name="btfpColumnIndicator870208">
              <a:extLst>
                <a:ext uri="{FF2B5EF4-FFF2-40B4-BE49-F238E27FC236}">
                  <a16:creationId xmlns:a16="http://schemas.microsoft.com/office/drawing/2014/main" id="{2EE23B1B-887D-4B48-BFA0-206CA551614F}"/>
                </a:ext>
              </a:extLst>
            </p:cNvPr>
            <p:cNvCxnSpPr/>
            <p:nvPr/>
          </p:nvCxnSpPr>
          <p:spPr bwMode="gray">
            <a:xfrm flipV="1">
              <a:off x="1013720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btfpColumnIndicator308908">
              <a:extLst>
                <a:ext uri="{FF2B5EF4-FFF2-40B4-BE49-F238E27FC236}">
                  <a16:creationId xmlns:a16="http://schemas.microsoft.com/office/drawing/2014/main" id="{AD08EADA-7BF9-421E-89B5-6C7F771BAFB4}"/>
                </a:ext>
              </a:extLst>
            </p:cNvPr>
            <p:cNvCxnSpPr/>
            <p:nvPr/>
          </p:nvCxnSpPr>
          <p:spPr bwMode="gray">
            <a:xfrm flipV="1">
              <a:off x="895316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btfpColumnGapBlocker742571">
              <a:extLst>
                <a:ext uri="{FF2B5EF4-FFF2-40B4-BE49-F238E27FC236}">
                  <a16:creationId xmlns:a16="http://schemas.microsoft.com/office/drawing/2014/main" id="{4594A132-CADE-484E-BAC0-8418D2C271BD}"/>
                </a:ext>
              </a:extLst>
            </p:cNvPr>
            <p:cNvSpPr/>
            <p:nvPr/>
          </p:nvSpPr>
          <p:spPr bwMode="gray">
            <a:xfrm>
              <a:off x="668802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01" name="btfpColumnIndicator777870">
              <a:extLst>
                <a:ext uri="{FF2B5EF4-FFF2-40B4-BE49-F238E27FC236}">
                  <a16:creationId xmlns:a16="http://schemas.microsoft.com/office/drawing/2014/main" id="{084A7AC1-842F-43C0-B967-B535591F6E74}"/>
                </a:ext>
              </a:extLst>
            </p:cNvPr>
            <p:cNvCxnSpPr/>
            <p:nvPr/>
          </p:nvCxnSpPr>
          <p:spPr bwMode="gray">
            <a:xfrm flipV="1">
              <a:off x="841261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btfpColumnIndicator426299">
              <a:extLst>
                <a:ext uri="{FF2B5EF4-FFF2-40B4-BE49-F238E27FC236}">
                  <a16:creationId xmlns:a16="http://schemas.microsoft.com/office/drawing/2014/main" id="{E5D687E4-278D-4E4E-BC59-34C8F742F122}"/>
                </a:ext>
              </a:extLst>
            </p:cNvPr>
            <p:cNvCxnSpPr/>
            <p:nvPr/>
          </p:nvCxnSpPr>
          <p:spPr bwMode="gray">
            <a:xfrm flipV="1">
              <a:off x="722856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btfpColumnGapBlocker926906">
              <a:extLst>
                <a:ext uri="{FF2B5EF4-FFF2-40B4-BE49-F238E27FC236}">
                  <a16:creationId xmlns:a16="http://schemas.microsoft.com/office/drawing/2014/main" id="{A0E7573E-C04B-4D75-B2DB-2C047C2335D5}"/>
                </a:ext>
              </a:extLst>
            </p:cNvPr>
            <p:cNvSpPr/>
            <p:nvPr/>
          </p:nvSpPr>
          <p:spPr bwMode="gray">
            <a:xfrm>
              <a:off x="496343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95" name="btfpColumnIndicator316383">
              <a:extLst>
                <a:ext uri="{FF2B5EF4-FFF2-40B4-BE49-F238E27FC236}">
                  <a16:creationId xmlns:a16="http://schemas.microsoft.com/office/drawing/2014/main" id="{9699A066-2298-4D41-B388-757D979CFED9}"/>
                </a:ext>
              </a:extLst>
            </p:cNvPr>
            <p:cNvCxnSpPr/>
            <p:nvPr/>
          </p:nvCxnSpPr>
          <p:spPr bwMode="gray">
            <a:xfrm flipV="1">
              <a:off x="668802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btfpColumnIndicator888560">
              <a:extLst>
                <a:ext uri="{FF2B5EF4-FFF2-40B4-BE49-F238E27FC236}">
                  <a16:creationId xmlns:a16="http://schemas.microsoft.com/office/drawing/2014/main" id="{E1E85513-92B5-4F98-98DC-E5F53D7BF1FE}"/>
                </a:ext>
              </a:extLst>
            </p:cNvPr>
            <p:cNvCxnSpPr/>
            <p:nvPr/>
          </p:nvCxnSpPr>
          <p:spPr bwMode="gray">
            <a:xfrm flipV="1">
              <a:off x="550397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btfpColumnGapBlocker716912">
              <a:extLst>
                <a:ext uri="{FF2B5EF4-FFF2-40B4-BE49-F238E27FC236}">
                  <a16:creationId xmlns:a16="http://schemas.microsoft.com/office/drawing/2014/main" id="{03AF8812-0D68-49AF-B247-A375D4AD70CE}"/>
                </a:ext>
              </a:extLst>
            </p:cNvPr>
            <p:cNvSpPr/>
            <p:nvPr/>
          </p:nvSpPr>
          <p:spPr bwMode="gray">
            <a:xfrm>
              <a:off x="3238840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9" name="btfpColumnIndicator205297">
              <a:extLst>
                <a:ext uri="{FF2B5EF4-FFF2-40B4-BE49-F238E27FC236}">
                  <a16:creationId xmlns:a16="http://schemas.microsoft.com/office/drawing/2014/main" id="{7E681C25-82FB-44F4-8DDE-0A3B0FCD480F}"/>
                </a:ext>
              </a:extLst>
            </p:cNvPr>
            <p:cNvCxnSpPr/>
            <p:nvPr/>
          </p:nvCxnSpPr>
          <p:spPr bwMode="gray">
            <a:xfrm flipV="1">
              <a:off x="496343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btfpColumnIndicator383095">
              <a:extLst>
                <a:ext uri="{FF2B5EF4-FFF2-40B4-BE49-F238E27FC236}">
                  <a16:creationId xmlns:a16="http://schemas.microsoft.com/office/drawing/2014/main" id="{FFC36C17-6DEF-49E7-B2A2-F673A9A7EE7A}"/>
                </a:ext>
              </a:extLst>
            </p:cNvPr>
            <p:cNvCxnSpPr/>
            <p:nvPr/>
          </p:nvCxnSpPr>
          <p:spPr bwMode="gray">
            <a:xfrm flipV="1">
              <a:off x="377938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btfpColumnGapBlocker556094">
              <a:extLst>
                <a:ext uri="{FF2B5EF4-FFF2-40B4-BE49-F238E27FC236}">
                  <a16:creationId xmlns:a16="http://schemas.microsoft.com/office/drawing/2014/main" id="{752FA0AE-DA05-4CB7-B01E-72A3733E9441}"/>
                </a:ext>
              </a:extLst>
            </p:cNvPr>
            <p:cNvSpPr/>
            <p:nvPr/>
          </p:nvSpPr>
          <p:spPr bwMode="gray">
            <a:xfrm>
              <a:off x="1514248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3" name="btfpColumnIndicator502866">
              <a:extLst>
                <a:ext uri="{FF2B5EF4-FFF2-40B4-BE49-F238E27FC236}">
                  <a16:creationId xmlns:a16="http://schemas.microsoft.com/office/drawing/2014/main" id="{DA30B724-764C-4BB1-A30E-76BDE980F8A2}"/>
                </a:ext>
              </a:extLst>
            </p:cNvPr>
            <p:cNvCxnSpPr/>
            <p:nvPr/>
          </p:nvCxnSpPr>
          <p:spPr bwMode="gray">
            <a:xfrm flipV="1">
              <a:off x="323884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btfpColumnIndicator477704">
              <a:extLst>
                <a:ext uri="{FF2B5EF4-FFF2-40B4-BE49-F238E27FC236}">
                  <a16:creationId xmlns:a16="http://schemas.microsoft.com/office/drawing/2014/main" id="{B0CD6AE9-EEB2-4632-978E-C203E35DD97C}"/>
                </a:ext>
              </a:extLst>
            </p:cNvPr>
            <p:cNvCxnSpPr/>
            <p:nvPr/>
          </p:nvCxnSpPr>
          <p:spPr bwMode="gray">
            <a:xfrm flipV="1">
              <a:off x="205479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btfpColumnGapBlocker838932">
              <a:extLst>
                <a:ext uri="{FF2B5EF4-FFF2-40B4-BE49-F238E27FC236}">
                  <a16:creationId xmlns:a16="http://schemas.microsoft.com/office/drawing/2014/main" id="{D15639B2-8ED0-4162-B415-05FEF1F51CF2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7" name="btfpColumnIndicator402307">
              <a:extLst>
                <a:ext uri="{FF2B5EF4-FFF2-40B4-BE49-F238E27FC236}">
                  <a16:creationId xmlns:a16="http://schemas.microsoft.com/office/drawing/2014/main" id="{65C7BE9F-F926-4DED-9FE6-DE83C230B307}"/>
                </a:ext>
              </a:extLst>
            </p:cNvPr>
            <p:cNvCxnSpPr/>
            <p:nvPr/>
          </p:nvCxnSpPr>
          <p:spPr bwMode="gray">
            <a:xfrm flipV="1">
              <a:off x="151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btfpColumnIndicator855995">
              <a:extLst>
                <a:ext uri="{FF2B5EF4-FFF2-40B4-BE49-F238E27FC236}">
                  <a16:creationId xmlns:a16="http://schemas.microsoft.com/office/drawing/2014/main" id="{65E23256-7891-4483-9AE4-656681D53350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btfpColumnIndicatorGroup1">
            <a:extLst>
              <a:ext uri="{FF2B5EF4-FFF2-40B4-BE49-F238E27FC236}">
                <a16:creationId xmlns:a16="http://schemas.microsoft.com/office/drawing/2014/main" id="{B34CD359-49FE-43EA-868E-CC02443996F9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16" name="btfpColumnGapBlocker647814">
              <a:extLst>
                <a:ext uri="{FF2B5EF4-FFF2-40B4-BE49-F238E27FC236}">
                  <a16:creationId xmlns:a16="http://schemas.microsoft.com/office/drawing/2014/main" id="{C993AF78-1CCB-49B8-8A71-A6B62305CED2}"/>
                </a:ext>
              </a:extLst>
            </p:cNvPr>
            <p:cNvSpPr/>
            <p:nvPr/>
          </p:nvSpPr>
          <p:spPr bwMode="gray">
            <a:xfrm>
              <a:off x="11861801" y="-20574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14" name="btfpColumnGapBlocker191464">
              <a:extLst>
                <a:ext uri="{FF2B5EF4-FFF2-40B4-BE49-F238E27FC236}">
                  <a16:creationId xmlns:a16="http://schemas.microsoft.com/office/drawing/2014/main" id="{8E1C9495-48E8-40A3-A4A5-AFC12D39E3C2}"/>
                </a:ext>
              </a:extLst>
            </p:cNvPr>
            <p:cNvSpPr/>
            <p:nvPr/>
          </p:nvSpPr>
          <p:spPr bwMode="gray">
            <a:xfrm>
              <a:off x="10137208" y="-20574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12" name="btfpColumnIndicator679672">
              <a:extLst>
                <a:ext uri="{FF2B5EF4-FFF2-40B4-BE49-F238E27FC236}">
                  <a16:creationId xmlns:a16="http://schemas.microsoft.com/office/drawing/2014/main" id="{187C5B35-92BF-42D8-8668-CDF127884560}"/>
                </a:ext>
              </a:extLst>
            </p:cNvPr>
            <p:cNvCxnSpPr/>
            <p:nvPr/>
          </p:nvCxnSpPr>
          <p:spPr bwMode="gray">
            <a:xfrm flipV="1">
              <a:off x="1186180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btfpColumnIndicator570516">
              <a:extLst>
                <a:ext uri="{FF2B5EF4-FFF2-40B4-BE49-F238E27FC236}">
                  <a16:creationId xmlns:a16="http://schemas.microsoft.com/office/drawing/2014/main" id="{5664D740-E1DE-467F-A595-A1BBE1055664}"/>
                </a:ext>
              </a:extLst>
            </p:cNvPr>
            <p:cNvCxnSpPr/>
            <p:nvPr/>
          </p:nvCxnSpPr>
          <p:spPr bwMode="gray">
            <a:xfrm flipV="1">
              <a:off x="10677753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btfpColumnGapBlocker816215">
              <a:extLst>
                <a:ext uri="{FF2B5EF4-FFF2-40B4-BE49-F238E27FC236}">
                  <a16:creationId xmlns:a16="http://schemas.microsoft.com/office/drawing/2014/main" id="{9199A2C0-C1C2-4744-A941-DD9D7ACED981}"/>
                </a:ext>
              </a:extLst>
            </p:cNvPr>
            <p:cNvSpPr/>
            <p:nvPr/>
          </p:nvSpPr>
          <p:spPr bwMode="gray">
            <a:xfrm>
              <a:off x="8412616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06" name="btfpColumnIndicator139418">
              <a:extLst>
                <a:ext uri="{FF2B5EF4-FFF2-40B4-BE49-F238E27FC236}">
                  <a16:creationId xmlns:a16="http://schemas.microsoft.com/office/drawing/2014/main" id="{A1B5B49E-752D-4F7C-9C67-4293A303CE78}"/>
                </a:ext>
              </a:extLst>
            </p:cNvPr>
            <p:cNvCxnSpPr/>
            <p:nvPr/>
          </p:nvCxnSpPr>
          <p:spPr bwMode="gray">
            <a:xfrm flipV="1">
              <a:off x="1013720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btfpColumnIndicator315263">
              <a:extLst>
                <a:ext uri="{FF2B5EF4-FFF2-40B4-BE49-F238E27FC236}">
                  <a16:creationId xmlns:a16="http://schemas.microsoft.com/office/drawing/2014/main" id="{5004F899-37FE-477D-955E-5102D8DD7059}"/>
                </a:ext>
              </a:extLst>
            </p:cNvPr>
            <p:cNvCxnSpPr/>
            <p:nvPr/>
          </p:nvCxnSpPr>
          <p:spPr bwMode="gray">
            <a:xfrm flipV="1">
              <a:off x="895316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btfpColumnGapBlocker127428">
              <a:extLst>
                <a:ext uri="{FF2B5EF4-FFF2-40B4-BE49-F238E27FC236}">
                  <a16:creationId xmlns:a16="http://schemas.microsoft.com/office/drawing/2014/main" id="{CD263C28-9B60-4E66-BA88-B33CE4854ED0}"/>
                </a:ext>
              </a:extLst>
            </p:cNvPr>
            <p:cNvSpPr/>
            <p:nvPr/>
          </p:nvSpPr>
          <p:spPr bwMode="gray">
            <a:xfrm>
              <a:off x="668802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00" name="btfpColumnIndicator607820">
              <a:extLst>
                <a:ext uri="{FF2B5EF4-FFF2-40B4-BE49-F238E27FC236}">
                  <a16:creationId xmlns:a16="http://schemas.microsoft.com/office/drawing/2014/main" id="{295F7990-DCE0-456D-94F5-4B1707F53DEC}"/>
                </a:ext>
              </a:extLst>
            </p:cNvPr>
            <p:cNvCxnSpPr/>
            <p:nvPr/>
          </p:nvCxnSpPr>
          <p:spPr bwMode="gray">
            <a:xfrm flipV="1">
              <a:off x="841261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btfpColumnIndicator197434">
              <a:extLst>
                <a:ext uri="{FF2B5EF4-FFF2-40B4-BE49-F238E27FC236}">
                  <a16:creationId xmlns:a16="http://schemas.microsoft.com/office/drawing/2014/main" id="{A1081FA1-70F6-4B6A-A91B-80A80F397580}"/>
                </a:ext>
              </a:extLst>
            </p:cNvPr>
            <p:cNvCxnSpPr/>
            <p:nvPr/>
          </p:nvCxnSpPr>
          <p:spPr bwMode="gray">
            <a:xfrm flipV="1">
              <a:off x="722856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btfpColumnGapBlocker994978">
              <a:extLst>
                <a:ext uri="{FF2B5EF4-FFF2-40B4-BE49-F238E27FC236}">
                  <a16:creationId xmlns:a16="http://schemas.microsoft.com/office/drawing/2014/main" id="{E203490E-E469-4B99-8641-7DEA9A496341}"/>
                </a:ext>
              </a:extLst>
            </p:cNvPr>
            <p:cNvSpPr/>
            <p:nvPr/>
          </p:nvSpPr>
          <p:spPr bwMode="gray">
            <a:xfrm>
              <a:off x="496343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94" name="btfpColumnIndicator680663">
              <a:extLst>
                <a:ext uri="{FF2B5EF4-FFF2-40B4-BE49-F238E27FC236}">
                  <a16:creationId xmlns:a16="http://schemas.microsoft.com/office/drawing/2014/main" id="{EAAC950E-98A9-426D-9B5F-3111D4892995}"/>
                </a:ext>
              </a:extLst>
            </p:cNvPr>
            <p:cNvCxnSpPr/>
            <p:nvPr/>
          </p:nvCxnSpPr>
          <p:spPr bwMode="gray">
            <a:xfrm flipV="1">
              <a:off x="668802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btfpColumnIndicator771651">
              <a:extLst>
                <a:ext uri="{FF2B5EF4-FFF2-40B4-BE49-F238E27FC236}">
                  <a16:creationId xmlns:a16="http://schemas.microsoft.com/office/drawing/2014/main" id="{A27AFB3C-E34B-4664-B271-5ED51002BF22}"/>
                </a:ext>
              </a:extLst>
            </p:cNvPr>
            <p:cNvCxnSpPr/>
            <p:nvPr/>
          </p:nvCxnSpPr>
          <p:spPr bwMode="gray">
            <a:xfrm flipV="1">
              <a:off x="550397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btfpColumnGapBlocker216468">
              <a:extLst>
                <a:ext uri="{FF2B5EF4-FFF2-40B4-BE49-F238E27FC236}">
                  <a16:creationId xmlns:a16="http://schemas.microsoft.com/office/drawing/2014/main" id="{42D3EC11-6D02-43E3-BF84-88B060C43252}"/>
                </a:ext>
              </a:extLst>
            </p:cNvPr>
            <p:cNvSpPr/>
            <p:nvPr/>
          </p:nvSpPr>
          <p:spPr bwMode="gray">
            <a:xfrm>
              <a:off x="3238840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8" name="btfpColumnIndicator928941">
              <a:extLst>
                <a:ext uri="{FF2B5EF4-FFF2-40B4-BE49-F238E27FC236}">
                  <a16:creationId xmlns:a16="http://schemas.microsoft.com/office/drawing/2014/main" id="{BD95B88E-A886-409E-84BC-474D7C95C035}"/>
                </a:ext>
              </a:extLst>
            </p:cNvPr>
            <p:cNvCxnSpPr/>
            <p:nvPr/>
          </p:nvCxnSpPr>
          <p:spPr bwMode="gray">
            <a:xfrm flipV="1">
              <a:off x="496343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btfpColumnIndicator609297">
              <a:extLst>
                <a:ext uri="{FF2B5EF4-FFF2-40B4-BE49-F238E27FC236}">
                  <a16:creationId xmlns:a16="http://schemas.microsoft.com/office/drawing/2014/main" id="{832944EF-BB4E-49B0-935F-F538079DEC10}"/>
                </a:ext>
              </a:extLst>
            </p:cNvPr>
            <p:cNvCxnSpPr/>
            <p:nvPr/>
          </p:nvCxnSpPr>
          <p:spPr bwMode="gray">
            <a:xfrm flipV="1">
              <a:off x="377938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btfpColumnGapBlocker233783">
              <a:extLst>
                <a:ext uri="{FF2B5EF4-FFF2-40B4-BE49-F238E27FC236}">
                  <a16:creationId xmlns:a16="http://schemas.microsoft.com/office/drawing/2014/main" id="{E68E5DEB-E87D-4C15-930D-A031D638A192}"/>
                </a:ext>
              </a:extLst>
            </p:cNvPr>
            <p:cNvSpPr/>
            <p:nvPr/>
          </p:nvSpPr>
          <p:spPr bwMode="gray">
            <a:xfrm>
              <a:off x="1514248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2" name="btfpColumnIndicator883724">
              <a:extLst>
                <a:ext uri="{FF2B5EF4-FFF2-40B4-BE49-F238E27FC236}">
                  <a16:creationId xmlns:a16="http://schemas.microsoft.com/office/drawing/2014/main" id="{9AD19E08-3D59-4DF4-893C-C0CFB3177C0A}"/>
                </a:ext>
              </a:extLst>
            </p:cNvPr>
            <p:cNvCxnSpPr/>
            <p:nvPr/>
          </p:nvCxnSpPr>
          <p:spPr bwMode="gray">
            <a:xfrm flipV="1">
              <a:off x="323884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btfpColumnIndicator743357">
              <a:extLst>
                <a:ext uri="{FF2B5EF4-FFF2-40B4-BE49-F238E27FC236}">
                  <a16:creationId xmlns:a16="http://schemas.microsoft.com/office/drawing/2014/main" id="{4F6595C1-120E-4187-AE25-4346D82CDC20}"/>
                </a:ext>
              </a:extLst>
            </p:cNvPr>
            <p:cNvCxnSpPr/>
            <p:nvPr/>
          </p:nvCxnSpPr>
          <p:spPr bwMode="gray">
            <a:xfrm flipV="1">
              <a:off x="205479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btfpColumnGapBlocker299421">
              <a:extLst>
                <a:ext uri="{FF2B5EF4-FFF2-40B4-BE49-F238E27FC236}">
                  <a16:creationId xmlns:a16="http://schemas.microsoft.com/office/drawing/2014/main" id="{715F6C3A-FB0C-4F3A-9B8B-07B0C69A709D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6" name="btfpColumnIndicator670182">
              <a:extLst>
                <a:ext uri="{FF2B5EF4-FFF2-40B4-BE49-F238E27FC236}">
                  <a16:creationId xmlns:a16="http://schemas.microsoft.com/office/drawing/2014/main" id="{EF7EAFF1-0572-4E91-9A79-11AB058C52E3}"/>
                </a:ext>
              </a:extLst>
            </p:cNvPr>
            <p:cNvCxnSpPr/>
            <p:nvPr/>
          </p:nvCxnSpPr>
          <p:spPr bwMode="gray">
            <a:xfrm flipV="1">
              <a:off x="151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btfpColumnIndicator459640">
              <a:extLst>
                <a:ext uri="{FF2B5EF4-FFF2-40B4-BE49-F238E27FC236}">
                  <a16:creationId xmlns:a16="http://schemas.microsoft.com/office/drawing/2014/main" id="{4099E267-0FB6-42DA-AAFF-9F7B20E5D4B9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C7405DB-26DE-4271-AA31-C87D96C8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Alternative format: </a:t>
            </a:r>
            <a:r>
              <a:rPr lang="en-US"/>
              <a:t>Team norms slide </a:t>
            </a:r>
          </a:p>
        </p:txBody>
      </p:sp>
      <p:sp>
        <p:nvSpPr>
          <p:cNvPr id="3" name="btfpBulletedList802008">
            <a:extLst>
              <a:ext uri="{FF2B5EF4-FFF2-40B4-BE49-F238E27FC236}">
                <a16:creationId xmlns:a16="http://schemas.microsoft.com/office/drawing/2014/main" id="{2BA34086-62BD-4F17-8CFE-56B56EB3999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gray">
          <a:xfrm>
            <a:off x="2054792" y="1218906"/>
            <a:ext cx="9807575" cy="780589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 dirty="0"/>
              <a:t>Daily use / upkeep of </a:t>
            </a:r>
            <a:r>
              <a:rPr lang="en-US" sz="1200" b="1" dirty="0"/>
              <a:t>Trello board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Use of daily AM &amp; PM standups to align on specific </a:t>
            </a:r>
            <a:r>
              <a:rPr lang="en-US" sz="1200" b="1" dirty="0"/>
              <a:t>priorities / output </a:t>
            </a:r>
            <a:r>
              <a:rPr lang="en-US" sz="1200" dirty="0"/>
              <a:t>and </a:t>
            </a:r>
            <a:r>
              <a:rPr lang="en-US" sz="1200" b="1" dirty="0"/>
              <a:t>relevant deadlines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Weekly </a:t>
            </a:r>
            <a:r>
              <a:rPr lang="en-US" sz="1200" b="1" dirty="0"/>
              <a:t>CTMs</a:t>
            </a:r>
          </a:p>
        </p:txBody>
      </p:sp>
      <p:grpSp>
        <p:nvGrpSpPr>
          <p:cNvPr id="6" name="btfpRowHeaderBox860519">
            <a:extLst>
              <a:ext uri="{FF2B5EF4-FFF2-40B4-BE49-F238E27FC236}">
                <a16:creationId xmlns:a16="http://schemas.microsoft.com/office/drawing/2014/main" id="{48E190A5-7491-4DF7-99D6-980E37F36F47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30200" y="1218906"/>
            <a:ext cx="1245678" cy="1042199"/>
            <a:chOff x="330200" y="2300700"/>
            <a:chExt cx="1245678" cy="972979"/>
          </a:xfrm>
        </p:grpSpPr>
        <p:sp>
          <p:nvSpPr>
            <p:cNvPr id="4" name="btfpRowHeaderBoxText860519">
              <a:extLst>
                <a:ext uri="{FF2B5EF4-FFF2-40B4-BE49-F238E27FC236}">
                  <a16:creationId xmlns:a16="http://schemas.microsoft.com/office/drawing/2014/main" id="{685E37E3-0A60-419C-B6C2-FD037B7AF7C6}"/>
                </a:ext>
              </a:extLst>
            </p:cNvPr>
            <p:cNvSpPr txBox="1"/>
            <p:nvPr/>
          </p:nvSpPr>
          <p:spPr bwMode="gray">
            <a:xfrm>
              <a:off x="330200" y="2300700"/>
              <a:ext cx="1245678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>
                  <a:solidFill>
                    <a:srgbClr val="000000"/>
                  </a:solidFill>
                </a:rPr>
                <a:t>Non-negotiable</a:t>
              </a:r>
            </a:p>
          </p:txBody>
        </p:sp>
        <p:cxnSp>
          <p:nvCxnSpPr>
            <p:cNvPr id="5" name="btfpRowHeaderBoxLine860519">
              <a:extLst>
                <a:ext uri="{FF2B5EF4-FFF2-40B4-BE49-F238E27FC236}">
                  <a16:creationId xmlns:a16="http://schemas.microsoft.com/office/drawing/2014/main" id="{34AB62A0-312C-47D8-853D-E5FFAC99D5AA}"/>
                </a:ext>
              </a:extLst>
            </p:cNvPr>
            <p:cNvCxnSpPr/>
            <p:nvPr/>
          </p:nvCxnSpPr>
          <p:spPr bwMode="gray">
            <a:xfrm>
              <a:off x="1575878" y="2300700"/>
              <a:ext cx="0" cy="972979"/>
            </a:xfrm>
            <a:prstGeom prst="line">
              <a:avLst/>
            </a:prstGeom>
            <a:ln w="152400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btfpRowHeaderBox414818">
            <a:extLst>
              <a:ext uri="{FF2B5EF4-FFF2-40B4-BE49-F238E27FC236}">
                <a16:creationId xmlns:a16="http://schemas.microsoft.com/office/drawing/2014/main" id="{666BA4F7-B98E-4702-8EB6-A91E7DA7122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30199" y="2388106"/>
            <a:ext cx="1245678" cy="1965528"/>
            <a:chOff x="330200" y="3400679"/>
            <a:chExt cx="2540000" cy="972979"/>
          </a:xfrm>
        </p:grpSpPr>
        <p:sp>
          <p:nvSpPr>
            <p:cNvPr id="7" name="btfpRowHeaderBoxText414818">
              <a:extLst>
                <a:ext uri="{FF2B5EF4-FFF2-40B4-BE49-F238E27FC236}">
                  <a16:creationId xmlns:a16="http://schemas.microsoft.com/office/drawing/2014/main" id="{0D8129EA-5B70-4273-8F2B-9BCD41A68835}"/>
                </a:ext>
              </a:extLst>
            </p:cNvPr>
            <p:cNvSpPr txBox="1"/>
            <p:nvPr/>
          </p:nvSpPr>
          <p:spPr bwMode="gray">
            <a:xfrm>
              <a:off x="330200" y="3400679"/>
              <a:ext cx="2540000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>
                  <a:solidFill>
                    <a:srgbClr val="000000"/>
                  </a:solidFill>
                </a:rPr>
                <a:t>Up for debate</a:t>
              </a:r>
            </a:p>
          </p:txBody>
        </p:sp>
        <p:cxnSp>
          <p:nvCxnSpPr>
            <p:cNvPr id="8" name="btfpRowHeaderBoxLine414818">
              <a:extLst>
                <a:ext uri="{FF2B5EF4-FFF2-40B4-BE49-F238E27FC236}">
                  <a16:creationId xmlns:a16="http://schemas.microsoft.com/office/drawing/2014/main" id="{2DBD50E2-B149-4E35-9EC7-92CC7AF3ED9C}"/>
                </a:ext>
              </a:extLst>
            </p:cNvPr>
            <p:cNvCxnSpPr/>
            <p:nvPr/>
          </p:nvCxnSpPr>
          <p:spPr bwMode="gray">
            <a:xfrm>
              <a:off x="2870200" y="3400679"/>
              <a:ext cx="0" cy="972979"/>
            </a:xfrm>
            <a:prstGeom prst="line">
              <a:avLst/>
            </a:prstGeom>
            <a:ln w="152400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btfpRowSeparator105612">
            <a:extLst>
              <a:ext uri="{FF2B5EF4-FFF2-40B4-BE49-F238E27FC236}">
                <a16:creationId xmlns:a16="http://schemas.microsoft.com/office/drawing/2014/main" id="{35EC3C33-ADEA-4B2B-8A50-449625B8C9E9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-264954" y="6670423"/>
            <a:ext cx="12721908" cy="180181"/>
            <a:chOff x="-712426" y="0"/>
            <a:chExt cx="12721908" cy="180181"/>
          </a:xfrm>
        </p:grpSpPr>
        <p:sp>
          <p:nvSpPr>
            <p:cNvPr id="10" name="btfpRowSeparatorArrowLeft105612">
              <a:extLst>
                <a:ext uri="{FF2B5EF4-FFF2-40B4-BE49-F238E27FC236}">
                  <a16:creationId xmlns:a16="http://schemas.microsoft.com/office/drawing/2014/main" id="{23B64FEE-C583-433E-8D32-899581C4BC15}"/>
                </a:ext>
              </a:extLst>
            </p:cNvPr>
            <p:cNvSpPr/>
            <p:nvPr/>
          </p:nvSpPr>
          <p:spPr bwMode="gray">
            <a:xfrm>
              <a:off x="-712426" y="0"/>
              <a:ext cx="252254" cy="180181"/>
            </a:xfrm>
            <a:prstGeom prst="upDownArrow">
              <a:avLst>
                <a:gd name="adj1" fmla="val 50000"/>
                <a:gd name="adj2" fmla="val 33000"/>
              </a:avLst>
            </a:prstGeom>
            <a:solidFill>
              <a:srgbClr val="BBCABA">
                <a:alpha val="75000"/>
              </a:srgbClr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1" name="btfpRowSeparatorArrowRight105612">
              <a:extLst>
                <a:ext uri="{FF2B5EF4-FFF2-40B4-BE49-F238E27FC236}">
                  <a16:creationId xmlns:a16="http://schemas.microsoft.com/office/drawing/2014/main" id="{D6DF3EC0-2890-41AD-BDDD-E9CC2BC8F97E}"/>
                </a:ext>
              </a:extLst>
            </p:cNvPr>
            <p:cNvSpPr/>
            <p:nvPr/>
          </p:nvSpPr>
          <p:spPr bwMode="gray">
            <a:xfrm>
              <a:off x="11757228" y="0"/>
              <a:ext cx="252254" cy="180181"/>
            </a:xfrm>
            <a:prstGeom prst="upDownArrow">
              <a:avLst>
                <a:gd name="adj1" fmla="val 50000"/>
                <a:gd name="adj2" fmla="val 33000"/>
              </a:avLst>
            </a:prstGeom>
            <a:solidFill>
              <a:srgbClr val="BBCABA">
                <a:alpha val="75000"/>
              </a:srgbClr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RowSeparatorLine105612">
              <a:extLst>
                <a:ext uri="{FF2B5EF4-FFF2-40B4-BE49-F238E27FC236}">
                  <a16:creationId xmlns:a16="http://schemas.microsoft.com/office/drawing/2014/main" id="{BD594D56-5CCB-4085-A603-CA24CA62356B}"/>
                </a:ext>
              </a:extLst>
            </p:cNvPr>
            <p:cNvCxnSpPr/>
            <p:nvPr/>
          </p:nvCxnSpPr>
          <p:spPr bwMode="gray">
            <a:xfrm>
              <a:off x="-117272" y="0"/>
              <a:ext cx="11531600" cy="0"/>
            </a:xfrm>
            <a:prstGeom prst="line">
              <a:avLst/>
            </a:prstGeom>
            <a:noFill/>
            <a:ln w="9525" cap="flat" cmpd="sng" algn="ctr">
              <a:noFill/>
              <a:prstDash val="solid"/>
              <a:miter lim="800000"/>
              <a:tailEnd type="none" w="med" len="lg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tailEnd type="none" w="med" len="lg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btfpBulletedList260346">
            <a:extLst>
              <a:ext uri="{FF2B5EF4-FFF2-40B4-BE49-F238E27FC236}">
                <a16:creationId xmlns:a16="http://schemas.microsoft.com/office/drawing/2014/main" id="{BAADFCFA-6429-4E7A-852E-4EBC9AB047A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gray">
          <a:xfrm>
            <a:off x="2054792" y="2388105"/>
            <a:ext cx="9807009" cy="934478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 b="1" dirty="0"/>
              <a:t>Timing of standups:</a:t>
            </a:r>
            <a:r>
              <a:rPr lang="en-US" sz="1200" dirty="0"/>
              <a:t> no earlier than 9:15am, no later than 5:00pm? [client allowing]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WFO/WFH norms:</a:t>
            </a:r>
            <a:r>
              <a:rPr lang="en-US" sz="1200" dirty="0"/>
              <a:t> 4 days/</a:t>
            </a:r>
            <a:r>
              <a:rPr lang="en-US" sz="1200" dirty="0" err="1"/>
              <a:t>wk</a:t>
            </a:r>
            <a:r>
              <a:rPr lang="en-US" sz="1200" dirty="0"/>
              <a:t> WFO as a full team (or at least by workstream), maximize collaboration on WFO days </a:t>
            </a:r>
          </a:p>
          <a:p>
            <a:pPr lvl="1">
              <a:spcBef>
                <a:spcPts val="0"/>
              </a:spcBef>
            </a:pPr>
            <a:r>
              <a:rPr lang="en-US" sz="1000" dirty="0"/>
              <a:t>T/W/F or M/R/F? 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Team fun schedule:</a:t>
            </a:r>
            <a:r>
              <a:rPr lang="en-US" sz="1200" dirty="0"/>
              <a:t> short daily QOTD/game? monthly “larger” case team fun events?</a:t>
            </a:r>
          </a:p>
        </p:txBody>
      </p:sp>
      <p:grpSp>
        <p:nvGrpSpPr>
          <p:cNvPr id="22" name="btfpRowSeparator360078">
            <a:extLst>
              <a:ext uri="{FF2B5EF4-FFF2-40B4-BE49-F238E27FC236}">
                <a16:creationId xmlns:a16="http://schemas.microsoft.com/office/drawing/2014/main" id="{9133B597-D30C-4107-A5BD-C4B7081733CC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-264954" y="6695823"/>
            <a:ext cx="12721908" cy="180181"/>
            <a:chOff x="-264954" y="0"/>
            <a:chExt cx="12721908" cy="180181"/>
          </a:xfrm>
        </p:grpSpPr>
        <p:sp>
          <p:nvSpPr>
            <p:cNvPr id="19" name="btfpRowSeparatorArrowLeft360078">
              <a:extLst>
                <a:ext uri="{FF2B5EF4-FFF2-40B4-BE49-F238E27FC236}">
                  <a16:creationId xmlns:a16="http://schemas.microsoft.com/office/drawing/2014/main" id="{E9879435-BF0E-4674-8380-E79CC16EA9A6}"/>
                </a:ext>
              </a:extLst>
            </p:cNvPr>
            <p:cNvSpPr/>
            <p:nvPr/>
          </p:nvSpPr>
          <p:spPr bwMode="gray">
            <a:xfrm>
              <a:off x="-264954" y="0"/>
              <a:ext cx="252254" cy="180181"/>
            </a:xfrm>
            <a:prstGeom prst="upDownArrow">
              <a:avLst>
                <a:gd name="adj1" fmla="val 50000"/>
                <a:gd name="adj2" fmla="val 33000"/>
              </a:avLst>
            </a:prstGeom>
            <a:solidFill>
              <a:srgbClr val="BBCABA">
                <a:alpha val="75000"/>
              </a:srgbClr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0" name="btfpRowSeparatorArrowRight360078">
              <a:extLst>
                <a:ext uri="{FF2B5EF4-FFF2-40B4-BE49-F238E27FC236}">
                  <a16:creationId xmlns:a16="http://schemas.microsoft.com/office/drawing/2014/main" id="{27075286-EF46-4153-9A3E-8D2EFB47638F}"/>
                </a:ext>
              </a:extLst>
            </p:cNvPr>
            <p:cNvSpPr/>
            <p:nvPr/>
          </p:nvSpPr>
          <p:spPr bwMode="gray">
            <a:xfrm>
              <a:off x="12204700" y="0"/>
              <a:ext cx="252254" cy="180181"/>
            </a:xfrm>
            <a:prstGeom prst="upDownArrow">
              <a:avLst>
                <a:gd name="adj1" fmla="val 50000"/>
                <a:gd name="adj2" fmla="val 33000"/>
              </a:avLst>
            </a:prstGeom>
            <a:solidFill>
              <a:srgbClr val="BBCABA">
                <a:alpha val="75000"/>
              </a:srgbClr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1" name="btfpRowSeparatorLine360078">
              <a:extLst>
                <a:ext uri="{FF2B5EF4-FFF2-40B4-BE49-F238E27FC236}">
                  <a16:creationId xmlns:a16="http://schemas.microsoft.com/office/drawing/2014/main" id="{D314C74F-C55D-46E8-AA1F-60966BC01C52}"/>
                </a:ext>
              </a:extLst>
            </p:cNvPr>
            <p:cNvCxnSpPr/>
            <p:nvPr/>
          </p:nvCxnSpPr>
          <p:spPr bwMode="gray">
            <a:xfrm>
              <a:off x="330200" y="0"/>
              <a:ext cx="11531600" cy="0"/>
            </a:xfrm>
            <a:prstGeom prst="line">
              <a:avLst/>
            </a:prstGeom>
            <a:noFill/>
            <a:ln w="9525" cap="flat" cmpd="sng" algn="ctr">
              <a:noFill/>
              <a:prstDash val="solid"/>
              <a:miter lim="800000"/>
              <a:tailEnd type="none" w="med" len="lg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tailEnd type="none" w="med" len="lg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btfpRowHeaderBox138028">
            <a:extLst>
              <a:ext uri="{FF2B5EF4-FFF2-40B4-BE49-F238E27FC236}">
                <a16:creationId xmlns:a16="http://schemas.microsoft.com/office/drawing/2014/main" id="{0CF65F43-B8FE-45EB-B26E-6050EF2AA65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330200" y="4487211"/>
            <a:ext cx="1245677" cy="1750085"/>
            <a:chOff x="359221" y="3792892"/>
            <a:chExt cx="1313334" cy="972979"/>
          </a:xfrm>
        </p:grpSpPr>
        <p:sp>
          <p:nvSpPr>
            <p:cNvPr id="23" name="btfpRowHeaderBoxText138028">
              <a:extLst>
                <a:ext uri="{FF2B5EF4-FFF2-40B4-BE49-F238E27FC236}">
                  <a16:creationId xmlns:a16="http://schemas.microsoft.com/office/drawing/2014/main" id="{E02E083A-48D0-4A02-8FA3-E25266435306}"/>
                </a:ext>
              </a:extLst>
            </p:cNvPr>
            <p:cNvSpPr txBox="1"/>
            <p:nvPr/>
          </p:nvSpPr>
          <p:spPr bwMode="gray">
            <a:xfrm>
              <a:off x="359221" y="3792892"/>
              <a:ext cx="1313334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 err="1">
                  <a:solidFill>
                    <a:srgbClr val="000000"/>
                  </a:solidFill>
                </a:rPr>
                <a:t>Add’l</a:t>
              </a:r>
              <a:r>
                <a:rPr lang="en-US" sz="1400" b="1">
                  <a:solidFill>
                    <a:srgbClr val="000000"/>
                  </a:solidFill>
                </a:rPr>
                <a:t> norms to adopt (for discussion)</a:t>
              </a:r>
            </a:p>
          </p:txBody>
        </p:sp>
        <p:cxnSp>
          <p:nvCxnSpPr>
            <p:cNvPr id="24" name="btfpRowHeaderBoxLine138028">
              <a:extLst>
                <a:ext uri="{FF2B5EF4-FFF2-40B4-BE49-F238E27FC236}">
                  <a16:creationId xmlns:a16="http://schemas.microsoft.com/office/drawing/2014/main" id="{019CE32E-8D0B-4FEC-89F8-7FF4A1E60CF5}"/>
                </a:ext>
              </a:extLst>
            </p:cNvPr>
            <p:cNvCxnSpPr/>
            <p:nvPr/>
          </p:nvCxnSpPr>
          <p:spPr bwMode="gray">
            <a:xfrm>
              <a:off x="1672555" y="3792892"/>
              <a:ext cx="0" cy="972979"/>
            </a:xfrm>
            <a:prstGeom prst="line">
              <a:avLst/>
            </a:prstGeom>
            <a:ln w="152400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btfpBulletedList500574">
            <a:extLst>
              <a:ext uri="{FF2B5EF4-FFF2-40B4-BE49-F238E27FC236}">
                <a16:creationId xmlns:a16="http://schemas.microsoft.com/office/drawing/2014/main" id="{7B2BB5AF-E055-466A-ADBB-B56F643E6872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gray">
          <a:xfrm>
            <a:off x="2054792" y="4487211"/>
            <a:ext cx="9807009" cy="1750085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/>
              <a:t>Weekly team early night (align on which night the prior week?)</a:t>
            </a:r>
          </a:p>
          <a:p>
            <a:pPr>
              <a:spcBef>
                <a:spcPts val="600"/>
              </a:spcBef>
            </a:pPr>
            <a:r>
              <a:rPr lang="en-US" sz="1200"/>
              <a:t>Shadow invites on calls when possible</a:t>
            </a:r>
          </a:p>
          <a:p>
            <a:pPr>
              <a:spcBef>
                <a:spcPts val="600"/>
              </a:spcBef>
            </a:pPr>
            <a:r>
              <a:rPr lang="en-US" sz="1200"/>
              <a:t>Weekly ‘answer sessions’ to share recent content / “crack the case” collectively in addition to weekly CTMs</a:t>
            </a:r>
          </a:p>
          <a:p>
            <a:pPr>
              <a:spcBef>
                <a:spcPts val="600"/>
              </a:spcBef>
            </a:pPr>
            <a:r>
              <a:rPr lang="en-US" sz="1200"/>
              <a:t>Manage the week to end at 5pm on Fridays; No weekend work </a:t>
            </a:r>
          </a:p>
          <a:p>
            <a:pPr>
              <a:spcBef>
                <a:spcPts val="600"/>
              </a:spcBef>
            </a:pPr>
            <a:r>
              <a:rPr lang="en-US" sz="1200"/>
              <a:t>Avoid early morning (pre-10am) content-heavy meetings on Monday </a:t>
            </a:r>
          </a:p>
          <a:p>
            <a:pPr>
              <a:spcBef>
                <a:spcPts val="600"/>
              </a:spcBef>
            </a:pPr>
            <a:r>
              <a:rPr lang="en-US" sz="1200"/>
              <a:t>Block off calendar when you will be offline (prior commitment / time to unplug); avoid scheduling during protected hours whenever possible, free calendar holds for OOO days or half days</a:t>
            </a:r>
          </a:p>
        </p:txBody>
      </p:sp>
      <p:grpSp>
        <p:nvGrpSpPr>
          <p:cNvPr id="31" name="btfpConclusionArrow256748">
            <a:extLst>
              <a:ext uri="{FF2B5EF4-FFF2-40B4-BE49-F238E27FC236}">
                <a16:creationId xmlns:a16="http://schemas.microsoft.com/office/drawing/2014/main" id="{21E4F3FD-D993-4A6B-86BF-91228C42B114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330200" y="6045211"/>
            <a:ext cx="11531600" cy="824912"/>
            <a:chOff x="-711496" y="909638"/>
            <a:chExt cx="11531600" cy="824912"/>
          </a:xfrm>
        </p:grpSpPr>
        <p:sp>
          <p:nvSpPr>
            <p:cNvPr id="27" name="btfpConclusionArrowText256748">
              <a:extLst>
                <a:ext uri="{FF2B5EF4-FFF2-40B4-BE49-F238E27FC236}">
                  <a16:creationId xmlns:a16="http://schemas.microsoft.com/office/drawing/2014/main" id="{BDFB7999-76D4-4761-B40A-03E30064D7E3}"/>
                </a:ext>
              </a:extLst>
            </p:cNvPr>
            <p:cNvSpPr txBox="1"/>
            <p:nvPr/>
          </p:nvSpPr>
          <p:spPr bwMode="gray">
            <a:xfrm>
              <a:off x="-711496" y="1270000"/>
              <a:ext cx="11531600" cy="464550"/>
            </a:xfrm>
            <a:prstGeom prst="rect">
              <a:avLst/>
            </a:prstGeom>
            <a:noFill/>
          </p:spPr>
          <p:txBody>
            <a:bodyPr vert="horz" wrap="square" lIns="36036" tIns="36036" rIns="36036" bIns="180181" rtlCol="0" anchor="ctr">
              <a:spAutoFit/>
            </a:bodyPr>
            <a:lstStyle/>
            <a:p>
              <a:pPr marL="0" indent="0" algn="ctr">
                <a:spcBef>
                  <a:spcPts val="0"/>
                </a:spcBef>
                <a:buNone/>
              </a:pPr>
              <a:r>
                <a:rPr lang="en-US" sz="1600" b="1">
                  <a:solidFill>
                    <a:srgbClr val="CC0000"/>
                  </a:solidFill>
                </a:rPr>
                <a:t>What is missing?</a:t>
              </a:r>
            </a:p>
          </p:txBody>
        </p:sp>
        <p:sp>
          <p:nvSpPr>
            <p:cNvPr id="28" name="btfpConclusionArrowPointer256748">
              <a:extLst>
                <a:ext uri="{FF2B5EF4-FFF2-40B4-BE49-F238E27FC236}">
                  <a16:creationId xmlns:a16="http://schemas.microsoft.com/office/drawing/2014/main" id="{FF8026C3-8AAD-4555-AD8B-14675DFF0273}"/>
                </a:ext>
              </a:extLst>
            </p:cNvPr>
            <p:cNvSpPr/>
            <p:nvPr/>
          </p:nvSpPr>
          <p:spPr bwMode="gray">
            <a:xfrm>
              <a:off x="4621869" y="909638"/>
              <a:ext cx="864870" cy="360362"/>
            </a:xfrm>
            <a:prstGeom prst="downArrow">
              <a:avLst>
                <a:gd name="adj1" fmla="val 50000"/>
                <a:gd name="adj2" fmla="val 70000"/>
              </a:avLst>
            </a:prstGeom>
            <a:noFill/>
            <a:ln w="9525" cmpd="sng">
              <a:solidFill>
                <a:srgbClr val="CC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9" name="btfpConclusionArrowLineLeft256748">
              <a:extLst>
                <a:ext uri="{FF2B5EF4-FFF2-40B4-BE49-F238E27FC236}">
                  <a16:creationId xmlns:a16="http://schemas.microsoft.com/office/drawing/2014/main" id="{83A6B7F0-5A10-4054-A5F0-0D0E9DB18234}"/>
                </a:ext>
              </a:extLst>
            </p:cNvPr>
            <p:cNvCxnSpPr/>
            <p:nvPr/>
          </p:nvCxnSpPr>
          <p:spPr bwMode="gray">
            <a:xfrm>
              <a:off x="-711496" y="1149999"/>
              <a:ext cx="5419852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btfpConclusionArrowLineRight256748">
              <a:extLst>
                <a:ext uri="{FF2B5EF4-FFF2-40B4-BE49-F238E27FC236}">
                  <a16:creationId xmlns:a16="http://schemas.microsoft.com/office/drawing/2014/main" id="{4860D7E6-49F3-45A9-8C3F-1A264E639407}"/>
                </a:ext>
              </a:extLst>
            </p:cNvPr>
            <p:cNvCxnSpPr/>
            <p:nvPr/>
          </p:nvCxnSpPr>
          <p:spPr bwMode="gray">
            <a:xfrm>
              <a:off x="5400252" y="1149999"/>
              <a:ext cx="5419852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btfpBulletedList239046">
            <a:extLst>
              <a:ext uri="{FF2B5EF4-FFF2-40B4-BE49-F238E27FC236}">
                <a16:creationId xmlns:a16="http://schemas.microsoft.com/office/drawing/2014/main" id="{DB38904A-463A-4BFA-8FCB-2F7768AD80DD}"/>
              </a:ext>
            </a:extLst>
          </p:cNvPr>
          <p:cNvSpPr/>
          <p:nvPr/>
        </p:nvSpPr>
        <p:spPr bwMode="gray">
          <a:xfrm>
            <a:off x="9853863" y="0"/>
            <a:ext cx="2338119" cy="378996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>
                <a:solidFill>
                  <a:schemeClr val="tx1"/>
                </a:solidFill>
              </a:rPr>
              <a:t>Example: Adjust to your preferred norms</a:t>
            </a:r>
          </a:p>
        </p:txBody>
      </p:sp>
      <p:grpSp>
        <p:nvGrpSpPr>
          <p:cNvPr id="32" name="btfpRunningAgenda1Level829337">
            <a:extLst>
              <a:ext uri="{FF2B5EF4-FFF2-40B4-BE49-F238E27FC236}">
                <a16:creationId xmlns:a16="http://schemas.microsoft.com/office/drawing/2014/main" id="{6ADE1CE5-8035-4F3B-AE9F-C0AF28524157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944429"/>
            <a:ext cx="5974932" cy="257442"/>
            <a:chOff x="0" y="876300"/>
            <a:chExt cx="5974932" cy="257442"/>
          </a:xfrm>
        </p:grpSpPr>
        <p:sp>
          <p:nvSpPr>
            <p:cNvPr id="33" name="btfpRunningAgenda1LevelBarLeft829337">
              <a:extLst>
                <a:ext uri="{FF2B5EF4-FFF2-40B4-BE49-F238E27FC236}">
                  <a16:creationId xmlns:a16="http://schemas.microsoft.com/office/drawing/2014/main" id="{0928B9AF-5E5B-9840-6894-4BE878320197}"/>
                </a:ext>
              </a:extLst>
            </p:cNvPr>
            <p:cNvSpPr/>
            <p:nvPr/>
          </p:nvSpPr>
          <p:spPr bwMode="gray">
            <a:xfrm>
              <a:off x="0" y="876300"/>
              <a:ext cx="5974932" cy="257442"/>
            </a:xfrm>
            <a:custGeom>
              <a:avLst/>
              <a:gdLst>
                <a:gd name="connsiteX0" fmla="*/ 95080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50801 w 1816204"/>
                <a:gd name="connsiteY0" fmla="*/ 0 h 257442"/>
                <a:gd name="connsiteX1" fmla="*/ 89608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1 w 950800"/>
                <a:gd name="connsiteY3" fmla="*/ 0 h 257442"/>
                <a:gd name="connsiteX0" fmla="*/ 1204076 w 1204076"/>
                <a:gd name="connsiteY0" fmla="*/ 0 h 257442"/>
                <a:gd name="connsiteX1" fmla="*/ 896080 w 1204076"/>
                <a:gd name="connsiteY1" fmla="*/ 257442 h 257442"/>
                <a:gd name="connsiteX2" fmla="*/ 0 w 1204076"/>
                <a:gd name="connsiteY2" fmla="*/ 257442 h 257442"/>
                <a:gd name="connsiteX3" fmla="*/ 1 w 1204076"/>
                <a:gd name="connsiteY3" fmla="*/ 0 h 257442"/>
                <a:gd name="connsiteX0" fmla="*/ 1204076 w 1204076"/>
                <a:gd name="connsiteY0" fmla="*/ 0 h 257442"/>
                <a:gd name="connsiteX1" fmla="*/ 1149355 w 1204076"/>
                <a:gd name="connsiteY1" fmla="*/ 257442 h 257442"/>
                <a:gd name="connsiteX2" fmla="*/ 0 w 1204076"/>
                <a:gd name="connsiteY2" fmla="*/ 257442 h 257442"/>
                <a:gd name="connsiteX3" fmla="*/ 1 w 1204076"/>
                <a:gd name="connsiteY3" fmla="*/ 0 h 257442"/>
                <a:gd name="connsiteX0" fmla="*/ 1204076 w 1204076"/>
                <a:gd name="connsiteY0" fmla="*/ 0 h 257442"/>
                <a:gd name="connsiteX1" fmla="*/ 1149355 w 1204076"/>
                <a:gd name="connsiteY1" fmla="*/ 257442 h 257442"/>
                <a:gd name="connsiteX2" fmla="*/ 0 w 1204076"/>
                <a:gd name="connsiteY2" fmla="*/ 257442 h 257442"/>
                <a:gd name="connsiteX3" fmla="*/ 1 w 1204076"/>
                <a:gd name="connsiteY3" fmla="*/ 0 h 257442"/>
                <a:gd name="connsiteX0" fmla="*/ 1204076 w 1204076"/>
                <a:gd name="connsiteY0" fmla="*/ 0 h 257442"/>
                <a:gd name="connsiteX1" fmla="*/ 1149355 w 1204076"/>
                <a:gd name="connsiteY1" fmla="*/ 257442 h 257442"/>
                <a:gd name="connsiteX2" fmla="*/ 0 w 1204076"/>
                <a:gd name="connsiteY2" fmla="*/ 257442 h 257442"/>
                <a:gd name="connsiteX3" fmla="*/ 0 w 1204076"/>
                <a:gd name="connsiteY3" fmla="*/ 0 h 257442"/>
                <a:gd name="connsiteX0" fmla="*/ 1382008 w 1382008"/>
                <a:gd name="connsiteY0" fmla="*/ 0 h 257442"/>
                <a:gd name="connsiteX1" fmla="*/ 1149355 w 1382008"/>
                <a:gd name="connsiteY1" fmla="*/ 257442 h 257442"/>
                <a:gd name="connsiteX2" fmla="*/ 0 w 1382008"/>
                <a:gd name="connsiteY2" fmla="*/ 257442 h 257442"/>
                <a:gd name="connsiteX3" fmla="*/ 0 w 1382008"/>
                <a:gd name="connsiteY3" fmla="*/ 0 h 257442"/>
                <a:gd name="connsiteX0" fmla="*/ 1382008 w 1382008"/>
                <a:gd name="connsiteY0" fmla="*/ 0 h 257442"/>
                <a:gd name="connsiteX1" fmla="*/ 1327287 w 1382008"/>
                <a:gd name="connsiteY1" fmla="*/ 257442 h 257442"/>
                <a:gd name="connsiteX2" fmla="*/ 0 w 1382008"/>
                <a:gd name="connsiteY2" fmla="*/ 257442 h 257442"/>
                <a:gd name="connsiteX3" fmla="*/ 0 w 1382008"/>
                <a:gd name="connsiteY3" fmla="*/ 0 h 257442"/>
                <a:gd name="connsiteX0" fmla="*/ 1382008 w 1382008"/>
                <a:gd name="connsiteY0" fmla="*/ 0 h 257442"/>
                <a:gd name="connsiteX1" fmla="*/ 1327287 w 1382008"/>
                <a:gd name="connsiteY1" fmla="*/ 257442 h 257442"/>
                <a:gd name="connsiteX2" fmla="*/ 0 w 1382008"/>
                <a:gd name="connsiteY2" fmla="*/ 257442 h 257442"/>
                <a:gd name="connsiteX3" fmla="*/ 0 w 1382008"/>
                <a:gd name="connsiteY3" fmla="*/ 0 h 257442"/>
                <a:gd name="connsiteX0" fmla="*/ 1382008 w 1382008"/>
                <a:gd name="connsiteY0" fmla="*/ 0 h 257442"/>
                <a:gd name="connsiteX1" fmla="*/ 1327287 w 1382008"/>
                <a:gd name="connsiteY1" fmla="*/ 257442 h 257442"/>
                <a:gd name="connsiteX2" fmla="*/ 0 w 1382008"/>
                <a:gd name="connsiteY2" fmla="*/ 257442 h 257442"/>
                <a:gd name="connsiteX3" fmla="*/ 0 w 1382008"/>
                <a:gd name="connsiteY3" fmla="*/ 0 h 257442"/>
                <a:gd name="connsiteX0" fmla="*/ 1550324 w 1550324"/>
                <a:gd name="connsiteY0" fmla="*/ 0 h 257442"/>
                <a:gd name="connsiteX1" fmla="*/ 1327287 w 1550324"/>
                <a:gd name="connsiteY1" fmla="*/ 257442 h 257442"/>
                <a:gd name="connsiteX2" fmla="*/ 0 w 1550324"/>
                <a:gd name="connsiteY2" fmla="*/ 257442 h 257442"/>
                <a:gd name="connsiteX3" fmla="*/ 0 w 1550324"/>
                <a:gd name="connsiteY3" fmla="*/ 0 h 257442"/>
                <a:gd name="connsiteX0" fmla="*/ 1550324 w 1550324"/>
                <a:gd name="connsiteY0" fmla="*/ 0 h 257442"/>
                <a:gd name="connsiteX1" fmla="*/ 1495603 w 1550324"/>
                <a:gd name="connsiteY1" fmla="*/ 257442 h 257442"/>
                <a:gd name="connsiteX2" fmla="*/ 0 w 1550324"/>
                <a:gd name="connsiteY2" fmla="*/ 257442 h 257442"/>
                <a:gd name="connsiteX3" fmla="*/ 0 w 1550324"/>
                <a:gd name="connsiteY3" fmla="*/ 0 h 257442"/>
                <a:gd name="connsiteX0" fmla="*/ 1550324 w 1550324"/>
                <a:gd name="connsiteY0" fmla="*/ 0 h 257442"/>
                <a:gd name="connsiteX1" fmla="*/ 1495603 w 1550324"/>
                <a:gd name="connsiteY1" fmla="*/ 257442 h 257442"/>
                <a:gd name="connsiteX2" fmla="*/ 0 w 1550324"/>
                <a:gd name="connsiteY2" fmla="*/ 257442 h 257442"/>
                <a:gd name="connsiteX3" fmla="*/ 0 w 1550324"/>
                <a:gd name="connsiteY3" fmla="*/ 0 h 257442"/>
                <a:gd name="connsiteX0" fmla="*/ 1550324 w 1550324"/>
                <a:gd name="connsiteY0" fmla="*/ 0 h 257442"/>
                <a:gd name="connsiteX1" fmla="*/ 1495603 w 1550324"/>
                <a:gd name="connsiteY1" fmla="*/ 257442 h 257442"/>
                <a:gd name="connsiteX2" fmla="*/ 0 w 1550324"/>
                <a:gd name="connsiteY2" fmla="*/ 257442 h 257442"/>
                <a:gd name="connsiteX3" fmla="*/ 0 w 1550324"/>
                <a:gd name="connsiteY3" fmla="*/ 0 h 257442"/>
                <a:gd name="connsiteX0" fmla="*/ 1819629 w 1819629"/>
                <a:gd name="connsiteY0" fmla="*/ 0 h 257442"/>
                <a:gd name="connsiteX1" fmla="*/ 1495603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819629 w 1819629"/>
                <a:gd name="connsiteY0" fmla="*/ 0 h 257442"/>
                <a:gd name="connsiteX1" fmla="*/ 1764908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819629 w 1819629"/>
                <a:gd name="connsiteY0" fmla="*/ 0 h 257442"/>
                <a:gd name="connsiteX1" fmla="*/ 1764908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819629 w 1819629"/>
                <a:gd name="connsiteY0" fmla="*/ 0 h 257442"/>
                <a:gd name="connsiteX1" fmla="*/ 1764908 w 1819629"/>
                <a:gd name="connsiteY1" fmla="*/ 257442 h 257442"/>
                <a:gd name="connsiteX2" fmla="*/ 0 w 1819629"/>
                <a:gd name="connsiteY2" fmla="*/ 257442 h 257442"/>
                <a:gd name="connsiteX3" fmla="*/ 0 w 1819629"/>
                <a:gd name="connsiteY3" fmla="*/ 0 h 257442"/>
                <a:gd name="connsiteX0" fmla="*/ 1997562 w 1997562"/>
                <a:gd name="connsiteY0" fmla="*/ 0 h 257442"/>
                <a:gd name="connsiteX1" fmla="*/ 1764908 w 1997562"/>
                <a:gd name="connsiteY1" fmla="*/ 257442 h 257442"/>
                <a:gd name="connsiteX2" fmla="*/ 0 w 1997562"/>
                <a:gd name="connsiteY2" fmla="*/ 257442 h 257442"/>
                <a:gd name="connsiteX3" fmla="*/ 0 w 1997562"/>
                <a:gd name="connsiteY3" fmla="*/ 0 h 257442"/>
                <a:gd name="connsiteX0" fmla="*/ 1997562 w 1997562"/>
                <a:gd name="connsiteY0" fmla="*/ 0 h 257442"/>
                <a:gd name="connsiteX1" fmla="*/ 1942840 w 1997562"/>
                <a:gd name="connsiteY1" fmla="*/ 257442 h 257442"/>
                <a:gd name="connsiteX2" fmla="*/ 0 w 1997562"/>
                <a:gd name="connsiteY2" fmla="*/ 257442 h 257442"/>
                <a:gd name="connsiteX3" fmla="*/ 0 w 1997562"/>
                <a:gd name="connsiteY3" fmla="*/ 0 h 257442"/>
                <a:gd name="connsiteX0" fmla="*/ 1997563 w 1997563"/>
                <a:gd name="connsiteY0" fmla="*/ 0 h 257442"/>
                <a:gd name="connsiteX1" fmla="*/ 1942841 w 1997563"/>
                <a:gd name="connsiteY1" fmla="*/ 257442 h 257442"/>
                <a:gd name="connsiteX2" fmla="*/ 0 w 1997563"/>
                <a:gd name="connsiteY2" fmla="*/ 257442 h 257442"/>
                <a:gd name="connsiteX3" fmla="*/ 1 w 1997563"/>
                <a:gd name="connsiteY3" fmla="*/ 0 h 257442"/>
                <a:gd name="connsiteX0" fmla="*/ 1997563 w 1997563"/>
                <a:gd name="connsiteY0" fmla="*/ 0 h 257442"/>
                <a:gd name="connsiteX1" fmla="*/ 1942841 w 1997563"/>
                <a:gd name="connsiteY1" fmla="*/ 257442 h 257442"/>
                <a:gd name="connsiteX2" fmla="*/ 0 w 1997563"/>
                <a:gd name="connsiteY2" fmla="*/ 257442 h 257442"/>
                <a:gd name="connsiteX3" fmla="*/ 1 w 1997563"/>
                <a:gd name="connsiteY3" fmla="*/ 0 h 257442"/>
                <a:gd name="connsiteX0" fmla="*/ 2276485 w 2276485"/>
                <a:gd name="connsiteY0" fmla="*/ 0 h 257442"/>
                <a:gd name="connsiteX1" fmla="*/ 1942841 w 2276485"/>
                <a:gd name="connsiteY1" fmla="*/ 257442 h 257442"/>
                <a:gd name="connsiteX2" fmla="*/ 0 w 2276485"/>
                <a:gd name="connsiteY2" fmla="*/ 257442 h 257442"/>
                <a:gd name="connsiteX3" fmla="*/ 1 w 2276485"/>
                <a:gd name="connsiteY3" fmla="*/ 0 h 257442"/>
                <a:gd name="connsiteX0" fmla="*/ 2276485 w 2276485"/>
                <a:gd name="connsiteY0" fmla="*/ 0 h 257442"/>
                <a:gd name="connsiteX1" fmla="*/ 2221764 w 2276485"/>
                <a:gd name="connsiteY1" fmla="*/ 257442 h 257442"/>
                <a:gd name="connsiteX2" fmla="*/ 0 w 2276485"/>
                <a:gd name="connsiteY2" fmla="*/ 257442 h 257442"/>
                <a:gd name="connsiteX3" fmla="*/ 1 w 2276485"/>
                <a:gd name="connsiteY3" fmla="*/ 0 h 257442"/>
                <a:gd name="connsiteX0" fmla="*/ 2276484 w 2276484"/>
                <a:gd name="connsiteY0" fmla="*/ 0 h 257442"/>
                <a:gd name="connsiteX1" fmla="*/ 2221763 w 2276484"/>
                <a:gd name="connsiteY1" fmla="*/ 257442 h 257442"/>
                <a:gd name="connsiteX2" fmla="*/ 0 w 2276484"/>
                <a:gd name="connsiteY2" fmla="*/ 257442 h 257442"/>
                <a:gd name="connsiteX3" fmla="*/ 0 w 2276484"/>
                <a:gd name="connsiteY3" fmla="*/ 0 h 257442"/>
                <a:gd name="connsiteX0" fmla="*/ 2276485 w 2276485"/>
                <a:gd name="connsiteY0" fmla="*/ 0 h 257442"/>
                <a:gd name="connsiteX1" fmla="*/ 2221764 w 2276485"/>
                <a:gd name="connsiteY1" fmla="*/ 257442 h 257442"/>
                <a:gd name="connsiteX2" fmla="*/ 1 w 2276485"/>
                <a:gd name="connsiteY2" fmla="*/ 257442 h 257442"/>
                <a:gd name="connsiteX3" fmla="*/ 0 w 2276485"/>
                <a:gd name="connsiteY3" fmla="*/ 0 h 257442"/>
                <a:gd name="connsiteX0" fmla="*/ 2444801 w 2444801"/>
                <a:gd name="connsiteY0" fmla="*/ 0 h 257442"/>
                <a:gd name="connsiteX1" fmla="*/ 2221764 w 2444801"/>
                <a:gd name="connsiteY1" fmla="*/ 257442 h 257442"/>
                <a:gd name="connsiteX2" fmla="*/ 1 w 2444801"/>
                <a:gd name="connsiteY2" fmla="*/ 257442 h 257442"/>
                <a:gd name="connsiteX3" fmla="*/ 0 w 2444801"/>
                <a:gd name="connsiteY3" fmla="*/ 0 h 257442"/>
                <a:gd name="connsiteX0" fmla="*/ 2444801 w 2444801"/>
                <a:gd name="connsiteY0" fmla="*/ 0 h 257442"/>
                <a:gd name="connsiteX1" fmla="*/ 2390080 w 2444801"/>
                <a:gd name="connsiteY1" fmla="*/ 257442 h 257442"/>
                <a:gd name="connsiteX2" fmla="*/ 1 w 2444801"/>
                <a:gd name="connsiteY2" fmla="*/ 257442 h 257442"/>
                <a:gd name="connsiteX3" fmla="*/ 0 w 2444801"/>
                <a:gd name="connsiteY3" fmla="*/ 0 h 257442"/>
                <a:gd name="connsiteX0" fmla="*/ 2444801 w 2444801"/>
                <a:gd name="connsiteY0" fmla="*/ 0 h 257442"/>
                <a:gd name="connsiteX1" fmla="*/ 2390080 w 2444801"/>
                <a:gd name="connsiteY1" fmla="*/ 257442 h 257442"/>
                <a:gd name="connsiteX2" fmla="*/ 1 w 2444801"/>
                <a:gd name="connsiteY2" fmla="*/ 257442 h 257442"/>
                <a:gd name="connsiteX3" fmla="*/ 0 w 2444801"/>
                <a:gd name="connsiteY3" fmla="*/ 0 h 257442"/>
                <a:gd name="connsiteX0" fmla="*/ 2444800 w 2444800"/>
                <a:gd name="connsiteY0" fmla="*/ 0 h 257442"/>
                <a:gd name="connsiteX1" fmla="*/ 2390079 w 2444800"/>
                <a:gd name="connsiteY1" fmla="*/ 257442 h 257442"/>
                <a:gd name="connsiteX2" fmla="*/ 0 w 2444800"/>
                <a:gd name="connsiteY2" fmla="*/ 257442 h 257442"/>
                <a:gd name="connsiteX3" fmla="*/ 0 w 2444800"/>
                <a:gd name="connsiteY3" fmla="*/ 0 h 257442"/>
                <a:gd name="connsiteX0" fmla="*/ 2714103 w 2714103"/>
                <a:gd name="connsiteY0" fmla="*/ 0 h 257442"/>
                <a:gd name="connsiteX1" fmla="*/ 2390079 w 2714103"/>
                <a:gd name="connsiteY1" fmla="*/ 257442 h 257442"/>
                <a:gd name="connsiteX2" fmla="*/ 0 w 2714103"/>
                <a:gd name="connsiteY2" fmla="*/ 257442 h 257442"/>
                <a:gd name="connsiteX3" fmla="*/ 0 w 2714103"/>
                <a:gd name="connsiteY3" fmla="*/ 0 h 257442"/>
                <a:gd name="connsiteX0" fmla="*/ 2714103 w 2714103"/>
                <a:gd name="connsiteY0" fmla="*/ 0 h 257442"/>
                <a:gd name="connsiteX1" fmla="*/ 2659382 w 2714103"/>
                <a:gd name="connsiteY1" fmla="*/ 257442 h 257442"/>
                <a:gd name="connsiteX2" fmla="*/ 0 w 2714103"/>
                <a:gd name="connsiteY2" fmla="*/ 257442 h 257442"/>
                <a:gd name="connsiteX3" fmla="*/ 0 w 2714103"/>
                <a:gd name="connsiteY3" fmla="*/ 0 h 257442"/>
                <a:gd name="connsiteX0" fmla="*/ 2714104 w 2714104"/>
                <a:gd name="connsiteY0" fmla="*/ 0 h 257442"/>
                <a:gd name="connsiteX1" fmla="*/ 2659383 w 2714104"/>
                <a:gd name="connsiteY1" fmla="*/ 257442 h 257442"/>
                <a:gd name="connsiteX2" fmla="*/ 0 w 2714104"/>
                <a:gd name="connsiteY2" fmla="*/ 257442 h 257442"/>
                <a:gd name="connsiteX3" fmla="*/ 1 w 2714104"/>
                <a:gd name="connsiteY3" fmla="*/ 0 h 257442"/>
                <a:gd name="connsiteX0" fmla="*/ 2714104 w 2714104"/>
                <a:gd name="connsiteY0" fmla="*/ 0 h 257442"/>
                <a:gd name="connsiteX1" fmla="*/ 2659383 w 2714104"/>
                <a:gd name="connsiteY1" fmla="*/ 257442 h 257442"/>
                <a:gd name="connsiteX2" fmla="*/ 0 w 2714104"/>
                <a:gd name="connsiteY2" fmla="*/ 257442 h 257442"/>
                <a:gd name="connsiteX3" fmla="*/ 0 w 2714104"/>
                <a:gd name="connsiteY3" fmla="*/ 0 h 257442"/>
                <a:gd name="connsiteX0" fmla="*/ 2892037 w 2892037"/>
                <a:gd name="connsiteY0" fmla="*/ 0 h 257442"/>
                <a:gd name="connsiteX1" fmla="*/ 2659383 w 2892037"/>
                <a:gd name="connsiteY1" fmla="*/ 257442 h 257442"/>
                <a:gd name="connsiteX2" fmla="*/ 0 w 2892037"/>
                <a:gd name="connsiteY2" fmla="*/ 257442 h 257442"/>
                <a:gd name="connsiteX3" fmla="*/ 0 w 2892037"/>
                <a:gd name="connsiteY3" fmla="*/ 0 h 257442"/>
                <a:gd name="connsiteX0" fmla="*/ 2892037 w 2892037"/>
                <a:gd name="connsiteY0" fmla="*/ 0 h 257442"/>
                <a:gd name="connsiteX1" fmla="*/ 2837316 w 2892037"/>
                <a:gd name="connsiteY1" fmla="*/ 257442 h 257442"/>
                <a:gd name="connsiteX2" fmla="*/ 0 w 2892037"/>
                <a:gd name="connsiteY2" fmla="*/ 257442 h 257442"/>
                <a:gd name="connsiteX3" fmla="*/ 0 w 2892037"/>
                <a:gd name="connsiteY3" fmla="*/ 0 h 257442"/>
                <a:gd name="connsiteX0" fmla="*/ 2892037 w 2892037"/>
                <a:gd name="connsiteY0" fmla="*/ 0 h 257442"/>
                <a:gd name="connsiteX1" fmla="*/ 2837316 w 2892037"/>
                <a:gd name="connsiteY1" fmla="*/ 257442 h 257442"/>
                <a:gd name="connsiteX2" fmla="*/ 0 w 2892037"/>
                <a:gd name="connsiteY2" fmla="*/ 257442 h 257442"/>
                <a:gd name="connsiteX3" fmla="*/ 0 w 2892037"/>
                <a:gd name="connsiteY3" fmla="*/ 0 h 257442"/>
                <a:gd name="connsiteX0" fmla="*/ 2892037 w 2892037"/>
                <a:gd name="connsiteY0" fmla="*/ 0 h 257442"/>
                <a:gd name="connsiteX1" fmla="*/ 2837316 w 2892037"/>
                <a:gd name="connsiteY1" fmla="*/ 257442 h 257442"/>
                <a:gd name="connsiteX2" fmla="*/ 0 w 2892037"/>
                <a:gd name="connsiteY2" fmla="*/ 257442 h 257442"/>
                <a:gd name="connsiteX3" fmla="*/ 0 w 2892037"/>
                <a:gd name="connsiteY3" fmla="*/ 0 h 257442"/>
                <a:gd name="connsiteX0" fmla="*/ 3060353 w 3060353"/>
                <a:gd name="connsiteY0" fmla="*/ 0 h 257442"/>
                <a:gd name="connsiteX1" fmla="*/ 2837316 w 3060353"/>
                <a:gd name="connsiteY1" fmla="*/ 257442 h 257442"/>
                <a:gd name="connsiteX2" fmla="*/ 0 w 3060353"/>
                <a:gd name="connsiteY2" fmla="*/ 257442 h 257442"/>
                <a:gd name="connsiteX3" fmla="*/ 0 w 3060353"/>
                <a:gd name="connsiteY3" fmla="*/ 0 h 257442"/>
                <a:gd name="connsiteX0" fmla="*/ 3060353 w 3060353"/>
                <a:gd name="connsiteY0" fmla="*/ 0 h 257442"/>
                <a:gd name="connsiteX1" fmla="*/ 3005632 w 3060353"/>
                <a:gd name="connsiteY1" fmla="*/ 257442 h 257442"/>
                <a:gd name="connsiteX2" fmla="*/ 0 w 3060353"/>
                <a:gd name="connsiteY2" fmla="*/ 257442 h 257442"/>
                <a:gd name="connsiteX3" fmla="*/ 0 w 3060353"/>
                <a:gd name="connsiteY3" fmla="*/ 0 h 257442"/>
                <a:gd name="connsiteX0" fmla="*/ 3060353 w 3060353"/>
                <a:gd name="connsiteY0" fmla="*/ 0 h 257442"/>
                <a:gd name="connsiteX1" fmla="*/ 3005632 w 3060353"/>
                <a:gd name="connsiteY1" fmla="*/ 257442 h 257442"/>
                <a:gd name="connsiteX2" fmla="*/ 0 w 3060353"/>
                <a:gd name="connsiteY2" fmla="*/ 257442 h 257442"/>
                <a:gd name="connsiteX3" fmla="*/ 0 w 3060353"/>
                <a:gd name="connsiteY3" fmla="*/ 0 h 257442"/>
                <a:gd name="connsiteX0" fmla="*/ 3060353 w 3060353"/>
                <a:gd name="connsiteY0" fmla="*/ 0 h 257442"/>
                <a:gd name="connsiteX1" fmla="*/ 3005632 w 3060353"/>
                <a:gd name="connsiteY1" fmla="*/ 257442 h 257442"/>
                <a:gd name="connsiteX2" fmla="*/ 0 w 3060353"/>
                <a:gd name="connsiteY2" fmla="*/ 257442 h 257442"/>
                <a:gd name="connsiteX3" fmla="*/ 0 w 3060353"/>
                <a:gd name="connsiteY3" fmla="*/ 0 h 257442"/>
                <a:gd name="connsiteX0" fmla="*/ 3246301 w 3246301"/>
                <a:gd name="connsiteY0" fmla="*/ 0 h 257442"/>
                <a:gd name="connsiteX1" fmla="*/ 3005632 w 3246301"/>
                <a:gd name="connsiteY1" fmla="*/ 257442 h 257442"/>
                <a:gd name="connsiteX2" fmla="*/ 0 w 3246301"/>
                <a:gd name="connsiteY2" fmla="*/ 257442 h 257442"/>
                <a:gd name="connsiteX3" fmla="*/ 0 w 3246301"/>
                <a:gd name="connsiteY3" fmla="*/ 0 h 257442"/>
                <a:gd name="connsiteX0" fmla="*/ 3246301 w 3246301"/>
                <a:gd name="connsiteY0" fmla="*/ 0 h 257442"/>
                <a:gd name="connsiteX1" fmla="*/ 3191580 w 3246301"/>
                <a:gd name="connsiteY1" fmla="*/ 257442 h 257442"/>
                <a:gd name="connsiteX2" fmla="*/ 0 w 3246301"/>
                <a:gd name="connsiteY2" fmla="*/ 257442 h 257442"/>
                <a:gd name="connsiteX3" fmla="*/ 0 w 3246301"/>
                <a:gd name="connsiteY3" fmla="*/ 0 h 257442"/>
                <a:gd name="connsiteX0" fmla="*/ 3246301 w 3246301"/>
                <a:gd name="connsiteY0" fmla="*/ 0 h 257442"/>
                <a:gd name="connsiteX1" fmla="*/ 3191580 w 3246301"/>
                <a:gd name="connsiteY1" fmla="*/ 257442 h 257442"/>
                <a:gd name="connsiteX2" fmla="*/ 0 w 3246301"/>
                <a:gd name="connsiteY2" fmla="*/ 257442 h 257442"/>
                <a:gd name="connsiteX3" fmla="*/ 0 w 3246301"/>
                <a:gd name="connsiteY3" fmla="*/ 0 h 257442"/>
                <a:gd name="connsiteX0" fmla="*/ 3246301 w 3246301"/>
                <a:gd name="connsiteY0" fmla="*/ 0 h 257442"/>
                <a:gd name="connsiteX1" fmla="*/ 3191580 w 3246301"/>
                <a:gd name="connsiteY1" fmla="*/ 257442 h 257442"/>
                <a:gd name="connsiteX2" fmla="*/ 0 w 3246301"/>
                <a:gd name="connsiteY2" fmla="*/ 257442 h 257442"/>
                <a:gd name="connsiteX3" fmla="*/ 0 w 3246301"/>
                <a:gd name="connsiteY3" fmla="*/ 0 h 257442"/>
                <a:gd name="connsiteX0" fmla="*/ 3406602 w 3406602"/>
                <a:gd name="connsiteY0" fmla="*/ 0 h 257442"/>
                <a:gd name="connsiteX1" fmla="*/ 3191580 w 3406602"/>
                <a:gd name="connsiteY1" fmla="*/ 257442 h 257442"/>
                <a:gd name="connsiteX2" fmla="*/ 0 w 3406602"/>
                <a:gd name="connsiteY2" fmla="*/ 257442 h 257442"/>
                <a:gd name="connsiteX3" fmla="*/ 0 w 3406602"/>
                <a:gd name="connsiteY3" fmla="*/ 0 h 257442"/>
                <a:gd name="connsiteX0" fmla="*/ 3406602 w 3406602"/>
                <a:gd name="connsiteY0" fmla="*/ 0 h 257442"/>
                <a:gd name="connsiteX1" fmla="*/ 3351880 w 3406602"/>
                <a:gd name="connsiteY1" fmla="*/ 257442 h 257442"/>
                <a:gd name="connsiteX2" fmla="*/ 0 w 3406602"/>
                <a:gd name="connsiteY2" fmla="*/ 257442 h 257442"/>
                <a:gd name="connsiteX3" fmla="*/ 0 w 3406602"/>
                <a:gd name="connsiteY3" fmla="*/ 0 h 257442"/>
                <a:gd name="connsiteX0" fmla="*/ 3406603 w 3406603"/>
                <a:gd name="connsiteY0" fmla="*/ 0 h 257442"/>
                <a:gd name="connsiteX1" fmla="*/ 3351881 w 3406603"/>
                <a:gd name="connsiteY1" fmla="*/ 257442 h 257442"/>
                <a:gd name="connsiteX2" fmla="*/ 0 w 3406603"/>
                <a:gd name="connsiteY2" fmla="*/ 257442 h 257442"/>
                <a:gd name="connsiteX3" fmla="*/ 1 w 3406603"/>
                <a:gd name="connsiteY3" fmla="*/ 0 h 257442"/>
                <a:gd name="connsiteX0" fmla="*/ 3406603 w 3406603"/>
                <a:gd name="connsiteY0" fmla="*/ 0 h 257442"/>
                <a:gd name="connsiteX1" fmla="*/ 3351881 w 3406603"/>
                <a:gd name="connsiteY1" fmla="*/ 257442 h 257442"/>
                <a:gd name="connsiteX2" fmla="*/ 0 w 3406603"/>
                <a:gd name="connsiteY2" fmla="*/ 257442 h 257442"/>
                <a:gd name="connsiteX3" fmla="*/ 1 w 3406603"/>
                <a:gd name="connsiteY3" fmla="*/ 0 h 257442"/>
                <a:gd name="connsiteX0" fmla="*/ 3670200 w 3670200"/>
                <a:gd name="connsiteY0" fmla="*/ 0 h 257442"/>
                <a:gd name="connsiteX1" fmla="*/ 3351881 w 3670200"/>
                <a:gd name="connsiteY1" fmla="*/ 257442 h 257442"/>
                <a:gd name="connsiteX2" fmla="*/ 0 w 3670200"/>
                <a:gd name="connsiteY2" fmla="*/ 257442 h 257442"/>
                <a:gd name="connsiteX3" fmla="*/ 1 w 3670200"/>
                <a:gd name="connsiteY3" fmla="*/ 0 h 257442"/>
                <a:gd name="connsiteX0" fmla="*/ 3670200 w 3670200"/>
                <a:gd name="connsiteY0" fmla="*/ 0 h 257442"/>
                <a:gd name="connsiteX1" fmla="*/ 3615478 w 3670200"/>
                <a:gd name="connsiteY1" fmla="*/ 257442 h 257442"/>
                <a:gd name="connsiteX2" fmla="*/ 0 w 3670200"/>
                <a:gd name="connsiteY2" fmla="*/ 257442 h 257442"/>
                <a:gd name="connsiteX3" fmla="*/ 1 w 3670200"/>
                <a:gd name="connsiteY3" fmla="*/ 0 h 257442"/>
                <a:gd name="connsiteX0" fmla="*/ 3670200 w 3670200"/>
                <a:gd name="connsiteY0" fmla="*/ 0 h 257442"/>
                <a:gd name="connsiteX1" fmla="*/ 3615478 w 3670200"/>
                <a:gd name="connsiteY1" fmla="*/ 257442 h 257442"/>
                <a:gd name="connsiteX2" fmla="*/ 0 w 3670200"/>
                <a:gd name="connsiteY2" fmla="*/ 257442 h 257442"/>
                <a:gd name="connsiteX3" fmla="*/ 1 w 3670200"/>
                <a:gd name="connsiteY3" fmla="*/ 0 h 257442"/>
                <a:gd name="connsiteX0" fmla="*/ 3670200 w 3670200"/>
                <a:gd name="connsiteY0" fmla="*/ 0 h 257442"/>
                <a:gd name="connsiteX1" fmla="*/ 3615478 w 3670200"/>
                <a:gd name="connsiteY1" fmla="*/ 257442 h 257442"/>
                <a:gd name="connsiteX2" fmla="*/ 0 w 3670200"/>
                <a:gd name="connsiteY2" fmla="*/ 257442 h 257442"/>
                <a:gd name="connsiteX3" fmla="*/ 0 w 3670200"/>
                <a:gd name="connsiteY3" fmla="*/ 0 h 257442"/>
                <a:gd name="connsiteX0" fmla="*/ 3838515 w 3838515"/>
                <a:gd name="connsiteY0" fmla="*/ 0 h 257442"/>
                <a:gd name="connsiteX1" fmla="*/ 3615478 w 3838515"/>
                <a:gd name="connsiteY1" fmla="*/ 257442 h 257442"/>
                <a:gd name="connsiteX2" fmla="*/ 0 w 3838515"/>
                <a:gd name="connsiteY2" fmla="*/ 257442 h 257442"/>
                <a:gd name="connsiteX3" fmla="*/ 0 w 3838515"/>
                <a:gd name="connsiteY3" fmla="*/ 0 h 257442"/>
                <a:gd name="connsiteX0" fmla="*/ 3838515 w 3838515"/>
                <a:gd name="connsiteY0" fmla="*/ 0 h 257442"/>
                <a:gd name="connsiteX1" fmla="*/ 3783794 w 3838515"/>
                <a:gd name="connsiteY1" fmla="*/ 257442 h 257442"/>
                <a:gd name="connsiteX2" fmla="*/ 0 w 3838515"/>
                <a:gd name="connsiteY2" fmla="*/ 257442 h 257442"/>
                <a:gd name="connsiteX3" fmla="*/ 0 w 3838515"/>
                <a:gd name="connsiteY3" fmla="*/ 0 h 257442"/>
                <a:gd name="connsiteX0" fmla="*/ 3838515 w 3838515"/>
                <a:gd name="connsiteY0" fmla="*/ 0 h 257442"/>
                <a:gd name="connsiteX1" fmla="*/ 3783794 w 3838515"/>
                <a:gd name="connsiteY1" fmla="*/ 257442 h 257442"/>
                <a:gd name="connsiteX2" fmla="*/ 0 w 3838515"/>
                <a:gd name="connsiteY2" fmla="*/ 257442 h 257442"/>
                <a:gd name="connsiteX3" fmla="*/ 0 w 3838515"/>
                <a:gd name="connsiteY3" fmla="*/ 0 h 257442"/>
                <a:gd name="connsiteX0" fmla="*/ 3838515 w 3838515"/>
                <a:gd name="connsiteY0" fmla="*/ 0 h 257442"/>
                <a:gd name="connsiteX1" fmla="*/ 3783794 w 3838515"/>
                <a:gd name="connsiteY1" fmla="*/ 257442 h 257442"/>
                <a:gd name="connsiteX2" fmla="*/ 0 w 3838515"/>
                <a:gd name="connsiteY2" fmla="*/ 257442 h 257442"/>
                <a:gd name="connsiteX3" fmla="*/ 0 w 3838515"/>
                <a:gd name="connsiteY3" fmla="*/ 0 h 257442"/>
                <a:gd name="connsiteX0" fmla="*/ 4006830 w 4006830"/>
                <a:gd name="connsiteY0" fmla="*/ 0 h 257442"/>
                <a:gd name="connsiteX1" fmla="*/ 3783794 w 4006830"/>
                <a:gd name="connsiteY1" fmla="*/ 257442 h 257442"/>
                <a:gd name="connsiteX2" fmla="*/ 0 w 4006830"/>
                <a:gd name="connsiteY2" fmla="*/ 257442 h 257442"/>
                <a:gd name="connsiteX3" fmla="*/ 0 w 4006830"/>
                <a:gd name="connsiteY3" fmla="*/ 0 h 257442"/>
                <a:gd name="connsiteX0" fmla="*/ 4006830 w 4006830"/>
                <a:gd name="connsiteY0" fmla="*/ 0 h 257442"/>
                <a:gd name="connsiteX1" fmla="*/ 3952108 w 4006830"/>
                <a:gd name="connsiteY1" fmla="*/ 257442 h 257442"/>
                <a:gd name="connsiteX2" fmla="*/ 0 w 4006830"/>
                <a:gd name="connsiteY2" fmla="*/ 257442 h 257442"/>
                <a:gd name="connsiteX3" fmla="*/ 0 w 4006830"/>
                <a:gd name="connsiteY3" fmla="*/ 0 h 257442"/>
                <a:gd name="connsiteX0" fmla="*/ 4006831 w 4006831"/>
                <a:gd name="connsiteY0" fmla="*/ 0 h 257442"/>
                <a:gd name="connsiteX1" fmla="*/ 3952109 w 4006831"/>
                <a:gd name="connsiteY1" fmla="*/ 257442 h 257442"/>
                <a:gd name="connsiteX2" fmla="*/ 0 w 4006831"/>
                <a:gd name="connsiteY2" fmla="*/ 257442 h 257442"/>
                <a:gd name="connsiteX3" fmla="*/ 1 w 4006831"/>
                <a:gd name="connsiteY3" fmla="*/ 0 h 257442"/>
                <a:gd name="connsiteX0" fmla="*/ 4006831 w 4006831"/>
                <a:gd name="connsiteY0" fmla="*/ 0 h 257442"/>
                <a:gd name="connsiteX1" fmla="*/ 3952109 w 4006831"/>
                <a:gd name="connsiteY1" fmla="*/ 257442 h 257442"/>
                <a:gd name="connsiteX2" fmla="*/ 0 w 4006831"/>
                <a:gd name="connsiteY2" fmla="*/ 257442 h 257442"/>
                <a:gd name="connsiteX3" fmla="*/ 1 w 4006831"/>
                <a:gd name="connsiteY3" fmla="*/ 0 h 257442"/>
                <a:gd name="connsiteX0" fmla="*/ 4268121 w 4268121"/>
                <a:gd name="connsiteY0" fmla="*/ 0 h 257442"/>
                <a:gd name="connsiteX1" fmla="*/ 3952109 w 4268121"/>
                <a:gd name="connsiteY1" fmla="*/ 257442 h 257442"/>
                <a:gd name="connsiteX2" fmla="*/ 0 w 4268121"/>
                <a:gd name="connsiteY2" fmla="*/ 257442 h 257442"/>
                <a:gd name="connsiteX3" fmla="*/ 1 w 4268121"/>
                <a:gd name="connsiteY3" fmla="*/ 0 h 257442"/>
                <a:gd name="connsiteX0" fmla="*/ 4268121 w 4268121"/>
                <a:gd name="connsiteY0" fmla="*/ 0 h 257442"/>
                <a:gd name="connsiteX1" fmla="*/ 4213400 w 4268121"/>
                <a:gd name="connsiteY1" fmla="*/ 257442 h 257442"/>
                <a:gd name="connsiteX2" fmla="*/ 0 w 4268121"/>
                <a:gd name="connsiteY2" fmla="*/ 257442 h 257442"/>
                <a:gd name="connsiteX3" fmla="*/ 1 w 4268121"/>
                <a:gd name="connsiteY3" fmla="*/ 0 h 257442"/>
                <a:gd name="connsiteX0" fmla="*/ 4268120 w 4268120"/>
                <a:gd name="connsiteY0" fmla="*/ 0 h 257442"/>
                <a:gd name="connsiteX1" fmla="*/ 4213399 w 4268120"/>
                <a:gd name="connsiteY1" fmla="*/ 257442 h 257442"/>
                <a:gd name="connsiteX2" fmla="*/ 0 w 4268120"/>
                <a:gd name="connsiteY2" fmla="*/ 257442 h 257442"/>
                <a:gd name="connsiteX3" fmla="*/ 0 w 4268120"/>
                <a:gd name="connsiteY3" fmla="*/ 0 h 257442"/>
                <a:gd name="connsiteX0" fmla="*/ 4268121 w 4268121"/>
                <a:gd name="connsiteY0" fmla="*/ 0 h 257442"/>
                <a:gd name="connsiteX1" fmla="*/ 4213400 w 4268121"/>
                <a:gd name="connsiteY1" fmla="*/ 257442 h 257442"/>
                <a:gd name="connsiteX2" fmla="*/ 1 w 4268121"/>
                <a:gd name="connsiteY2" fmla="*/ 257442 h 257442"/>
                <a:gd name="connsiteX3" fmla="*/ 0 w 4268121"/>
                <a:gd name="connsiteY3" fmla="*/ 0 h 257442"/>
                <a:gd name="connsiteX0" fmla="*/ 4428421 w 4428421"/>
                <a:gd name="connsiteY0" fmla="*/ 0 h 257442"/>
                <a:gd name="connsiteX1" fmla="*/ 4213400 w 4428421"/>
                <a:gd name="connsiteY1" fmla="*/ 257442 h 257442"/>
                <a:gd name="connsiteX2" fmla="*/ 1 w 4428421"/>
                <a:gd name="connsiteY2" fmla="*/ 257442 h 257442"/>
                <a:gd name="connsiteX3" fmla="*/ 0 w 4428421"/>
                <a:gd name="connsiteY3" fmla="*/ 0 h 257442"/>
                <a:gd name="connsiteX0" fmla="*/ 4428421 w 4428421"/>
                <a:gd name="connsiteY0" fmla="*/ 0 h 257442"/>
                <a:gd name="connsiteX1" fmla="*/ 4373700 w 4428421"/>
                <a:gd name="connsiteY1" fmla="*/ 257442 h 257442"/>
                <a:gd name="connsiteX2" fmla="*/ 1 w 4428421"/>
                <a:gd name="connsiteY2" fmla="*/ 257442 h 257442"/>
                <a:gd name="connsiteX3" fmla="*/ 0 w 4428421"/>
                <a:gd name="connsiteY3" fmla="*/ 0 h 257442"/>
                <a:gd name="connsiteX0" fmla="*/ 4428421 w 4428421"/>
                <a:gd name="connsiteY0" fmla="*/ 0 h 257442"/>
                <a:gd name="connsiteX1" fmla="*/ 4373700 w 4428421"/>
                <a:gd name="connsiteY1" fmla="*/ 257442 h 257442"/>
                <a:gd name="connsiteX2" fmla="*/ 1 w 4428421"/>
                <a:gd name="connsiteY2" fmla="*/ 257442 h 257442"/>
                <a:gd name="connsiteX3" fmla="*/ 0 w 4428421"/>
                <a:gd name="connsiteY3" fmla="*/ 0 h 257442"/>
                <a:gd name="connsiteX0" fmla="*/ 4428420 w 4428420"/>
                <a:gd name="connsiteY0" fmla="*/ 0 h 257442"/>
                <a:gd name="connsiteX1" fmla="*/ 4373699 w 4428420"/>
                <a:gd name="connsiteY1" fmla="*/ 257442 h 257442"/>
                <a:gd name="connsiteX2" fmla="*/ 0 w 4428420"/>
                <a:gd name="connsiteY2" fmla="*/ 257442 h 257442"/>
                <a:gd name="connsiteX3" fmla="*/ 0 w 4428420"/>
                <a:gd name="connsiteY3" fmla="*/ 0 h 257442"/>
                <a:gd name="connsiteX0" fmla="*/ 4588719 w 4588719"/>
                <a:gd name="connsiteY0" fmla="*/ 0 h 257442"/>
                <a:gd name="connsiteX1" fmla="*/ 4373699 w 4588719"/>
                <a:gd name="connsiteY1" fmla="*/ 257442 h 257442"/>
                <a:gd name="connsiteX2" fmla="*/ 0 w 4588719"/>
                <a:gd name="connsiteY2" fmla="*/ 257442 h 257442"/>
                <a:gd name="connsiteX3" fmla="*/ 0 w 4588719"/>
                <a:gd name="connsiteY3" fmla="*/ 0 h 257442"/>
                <a:gd name="connsiteX0" fmla="*/ 4588719 w 4588719"/>
                <a:gd name="connsiteY0" fmla="*/ 0 h 257442"/>
                <a:gd name="connsiteX1" fmla="*/ 4533998 w 4588719"/>
                <a:gd name="connsiteY1" fmla="*/ 257442 h 257442"/>
                <a:gd name="connsiteX2" fmla="*/ 0 w 4588719"/>
                <a:gd name="connsiteY2" fmla="*/ 257442 h 257442"/>
                <a:gd name="connsiteX3" fmla="*/ 0 w 4588719"/>
                <a:gd name="connsiteY3" fmla="*/ 0 h 257442"/>
                <a:gd name="connsiteX0" fmla="*/ 4588720 w 4588720"/>
                <a:gd name="connsiteY0" fmla="*/ 0 h 257442"/>
                <a:gd name="connsiteX1" fmla="*/ 4533999 w 4588720"/>
                <a:gd name="connsiteY1" fmla="*/ 257442 h 257442"/>
                <a:gd name="connsiteX2" fmla="*/ 0 w 4588720"/>
                <a:gd name="connsiteY2" fmla="*/ 257442 h 257442"/>
                <a:gd name="connsiteX3" fmla="*/ 1 w 4588720"/>
                <a:gd name="connsiteY3" fmla="*/ 0 h 257442"/>
                <a:gd name="connsiteX0" fmla="*/ 4588720 w 4588720"/>
                <a:gd name="connsiteY0" fmla="*/ 0 h 257442"/>
                <a:gd name="connsiteX1" fmla="*/ 4533999 w 4588720"/>
                <a:gd name="connsiteY1" fmla="*/ 257442 h 257442"/>
                <a:gd name="connsiteX2" fmla="*/ 0 w 4588720"/>
                <a:gd name="connsiteY2" fmla="*/ 257442 h 257442"/>
                <a:gd name="connsiteX3" fmla="*/ 0 w 4588720"/>
                <a:gd name="connsiteY3" fmla="*/ 0 h 257442"/>
                <a:gd name="connsiteX0" fmla="*/ 4749020 w 4749020"/>
                <a:gd name="connsiteY0" fmla="*/ 0 h 257442"/>
                <a:gd name="connsiteX1" fmla="*/ 4533999 w 4749020"/>
                <a:gd name="connsiteY1" fmla="*/ 257442 h 257442"/>
                <a:gd name="connsiteX2" fmla="*/ 0 w 4749020"/>
                <a:gd name="connsiteY2" fmla="*/ 257442 h 257442"/>
                <a:gd name="connsiteX3" fmla="*/ 0 w 4749020"/>
                <a:gd name="connsiteY3" fmla="*/ 0 h 257442"/>
                <a:gd name="connsiteX0" fmla="*/ 4749020 w 4749020"/>
                <a:gd name="connsiteY0" fmla="*/ 0 h 257442"/>
                <a:gd name="connsiteX1" fmla="*/ 4694299 w 4749020"/>
                <a:gd name="connsiteY1" fmla="*/ 257442 h 257442"/>
                <a:gd name="connsiteX2" fmla="*/ 0 w 4749020"/>
                <a:gd name="connsiteY2" fmla="*/ 257442 h 257442"/>
                <a:gd name="connsiteX3" fmla="*/ 0 w 4749020"/>
                <a:gd name="connsiteY3" fmla="*/ 0 h 257442"/>
                <a:gd name="connsiteX0" fmla="*/ 4749020 w 4749020"/>
                <a:gd name="connsiteY0" fmla="*/ 0 h 257442"/>
                <a:gd name="connsiteX1" fmla="*/ 4694299 w 4749020"/>
                <a:gd name="connsiteY1" fmla="*/ 257442 h 257442"/>
                <a:gd name="connsiteX2" fmla="*/ 0 w 4749020"/>
                <a:gd name="connsiteY2" fmla="*/ 257442 h 257442"/>
                <a:gd name="connsiteX3" fmla="*/ 0 w 4749020"/>
                <a:gd name="connsiteY3" fmla="*/ 0 h 257442"/>
                <a:gd name="connsiteX0" fmla="*/ 4749020 w 4749020"/>
                <a:gd name="connsiteY0" fmla="*/ 0 h 257442"/>
                <a:gd name="connsiteX1" fmla="*/ 4694299 w 4749020"/>
                <a:gd name="connsiteY1" fmla="*/ 257442 h 257442"/>
                <a:gd name="connsiteX2" fmla="*/ 0 w 4749020"/>
                <a:gd name="connsiteY2" fmla="*/ 257442 h 257442"/>
                <a:gd name="connsiteX3" fmla="*/ 0 w 4749020"/>
                <a:gd name="connsiteY3" fmla="*/ 0 h 257442"/>
                <a:gd name="connsiteX0" fmla="*/ 4917335 w 4917335"/>
                <a:gd name="connsiteY0" fmla="*/ 0 h 257442"/>
                <a:gd name="connsiteX1" fmla="*/ 4694299 w 4917335"/>
                <a:gd name="connsiteY1" fmla="*/ 257442 h 257442"/>
                <a:gd name="connsiteX2" fmla="*/ 0 w 4917335"/>
                <a:gd name="connsiteY2" fmla="*/ 257442 h 257442"/>
                <a:gd name="connsiteX3" fmla="*/ 0 w 4917335"/>
                <a:gd name="connsiteY3" fmla="*/ 0 h 257442"/>
                <a:gd name="connsiteX0" fmla="*/ 4917335 w 4917335"/>
                <a:gd name="connsiteY0" fmla="*/ 0 h 257442"/>
                <a:gd name="connsiteX1" fmla="*/ 4862614 w 4917335"/>
                <a:gd name="connsiteY1" fmla="*/ 257442 h 257442"/>
                <a:gd name="connsiteX2" fmla="*/ 0 w 4917335"/>
                <a:gd name="connsiteY2" fmla="*/ 257442 h 257442"/>
                <a:gd name="connsiteX3" fmla="*/ 0 w 4917335"/>
                <a:gd name="connsiteY3" fmla="*/ 0 h 257442"/>
                <a:gd name="connsiteX0" fmla="*/ 4917335 w 4917335"/>
                <a:gd name="connsiteY0" fmla="*/ 0 h 257442"/>
                <a:gd name="connsiteX1" fmla="*/ 4862614 w 4917335"/>
                <a:gd name="connsiteY1" fmla="*/ 257442 h 257442"/>
                <a:gd name="connsiteX2" fmla="*/ 0 w 4917335"/>
                <a:gd name="connsiteY2" fmla="*/ 257442 h 257442"/>
                <a:gd name="connsiteX3" fmla="*/ 0 w 4917335"/>
                <a:gd name="connsiteY3" fmla="*/ 0 h 257442"/>
                <a:gd name="connsiteX0" fmla="*/ 4917335 w 4917335"/>
                <a:gd name="connsiteY0" fmla="*/ 0 h 257442"/>
                <a:gd name="connsiteX1" fmla="*/ 4862614 w 4917335"/>
                <a:gd name="connsiteY1" fmla="*/ 257442 h 257442"/>
                <a:gd name="connsiteX2" fmla="*/ 0 w 4917335"/>
                <a:gd name="connsiteY2" fmla="*/ 257442 h 257442"/>
                <a:gd name="connsiteX3" fmla="*/ 0 w 4917335"/>
                <a:gd name="connsiteY3" fmla="*/ 0 h 257442"/>
                <a:gd name="connsiteX0" fmla="*/ 5226522 w 5226522"/>
                <a:gd name="connsiteY0" fmla="*/ 0 h 257442"/>
                <a:gd name="connsiteX1" fmla="*/ 4862614 w 5226522"/>
                <a:gd name="connsiteY1" fmla="*/ 257442 h 257442"/>
                <a:gd name="connsiteX2" fmla="*/ 0 w 5226522"/>
                <a:gd name="connsiteY2" fmla="*/ 257442 h 257442"/>
                <a:gd name="connsiteX3" fmla="*/ 0 w 5226522"/>
                <a:gd name="connsiteY3" fmla="*/ 0 h 257442"/>
                <a:gd name="connsiteX0" fmla="*/ 5226522 w 5226522"/>
                <a:gd name="connsiteY0" fmla="*/ 0 h 257442"/>
                <a:gd name="connsiteX1" fmla="*/ 5171800 w 5226522"/>
                <a:gd name="connsiteY1" fmla="*/ 257442 h 257442"/>
                <a:gd name="connsiteX2" fmla="*/ 0 w 5226522"/>
                <a:gd name="connsiteY2" fmla="*/ 257442 h 257442"/>
                <a:gd name="connsiteX3" fmla="*/ 0 w 5226522"/>
                <a:gd name="connsiteY3" fmla="*/ 0 h 257442"/>
                <a:gd name="connsiteX0" fmla="*/ 5226523 w 5226523"/>
                <a:gd name="connsiteY0" fmla="*/ 0 h 257442"/>
                <a:gd name="connsiteX1" fmla="*/ 5171801 w 5226523"/>
                <a:gd name="connsiteY1" fmla="*/ 257442 h 257442"/>
                <a:gd name="connsiteX2" fmla="*/ 0 w 5226523"/>
                <a:gd name="connsiteY2" fmla="*/ 257442 h 257442"/>
                <a:gd name="connsiteX3" fmla="*/ 1 w 5226523"/>
                <a:gd name="connsiteY3" fmla="*/ 0 h 257442"/>
                <a:gd name="connsiteX0" fmla="*/ 5226523 w 5226523"/>
                <a:gd name="connsiteY0" fmla="*/ 0 h 257442"/>
                <a:gd name="connsiteX1" fmla="*/ 5171801 w 5226523"/>
                <a:gd name="connsiteY1" fmla="*/ 257442 h 257442"/>
                <a:gd name="connsiteX2" fmla="*/ 0 w 5226523"/>
                <a:gd name="connsiteY2" fmla="*/ 257442 h 257442"/>
                <a:gd name="connsiteX3" fmla="*/ 1 w 5226523"/>
                <a:gd name="connsiteY3" fmla="*/ 0 h 257442"/>
                <a:gd name="connsiteX0" fmla="*/ 5468385 w 5468385"/>
                <a:gd name="connsiteY0" fmla="*/ 0 h 257442"/>
                <a:gd name="connsiteX1" fmla="*/ 5171801 w 5468385"/>
                <a:gd name="connsiteY1" fmla="*/ 257442 h 257442"/>
                <a:gd name="connsiteX2" fmla="*/ 0 w 5468385"/>
                <a:gd name="connsiteY2" fmla="*/ 257442 h 257442"/>
                <a:gd name="connsiteX3" fmla="*/ 1 w 5468385"/>
                <a:gd name="connsiteY3" fmla="*/ 0 h 257442"/>
                <a:gd name="connsiteX0" fmla="*/ 5468385 w 5468385"/>
                <a:gd name="connsiteY0" fmla="*/ 0 h 257442"/>
                <a:gd name="connsiteX1" fmla="*/ 5413664 w 5468385"/>
                <a:gd name="connsiteY1" fmla="*/ 257442 h 257442"/>
                <a:gd name="connsiteX2" fmla="*/ 0 w 5468385"/>
                <a:gd name="connsiteY2" fmla="*/ 257442 h 257442"/>
                <a:gd name="connsiteX3" fmla="*/ 1 w 5468385"/>
                <a:gd name="connsiteY3" fmla="*/ 0 h 257442"/>
                <a:gd name="connsiteX0" fmla="*/ 5468384 w 5468384"/>
                <a:gd name="connsiteY0" fmla="*/ 0 h 257442"/>
                <a:gd name="connsiteX1" fmla="*/ 5413663 w 5468384"/>
                <a:gd name="connsiteY1" fmla="*/ 257442 h 257442"/>
                <a:gd name="connsiteX2" fmla="*/ 0 w 5468384"/>
                <a:gd name="connsiteY2" fmla="*/ 257442 h 257442"/>
                <a:gd name="connsiteX3" fmla="*/ 0 w 5468384"/>
                <a:gd name="connsiteY3" fmla="*/ 0 h 257442"/>
                <a:gd name="connsiteX0" fmla="*/ 5468385 w 5468385"/>
                <a:gd name="connsiteY0" fmla="*/ 0 h 257442"/>
                <a:gd name="connsiteX1" fmla="*/ 5413664 w 5468385"/>
                <a:gd name="connsiteY1" fmla="*/ 257442 h 257442"/>
                <a:gd name="connsiteX2" fmla="*/ 1 w 5468385"/>
                <a:gd name="connsiteY2" fmla="*/ 257442 h 257442"/>
                <a:gd name="connsiteX3" fmla="*/ 0 w 5468385"/>
                <a:gd name="connsiteY3" fmla="*/ 0 h 257442"/>
                <a:gd name="connsiteX0" fmla="*/ 5646318 w 5646318"/>
                <a:gd name="connsiteY0" fmla="*/ 0 h 257442"/>
                <a:gd name="connsiteX1" fmla="*/ 5413664 w 5646318"/>
                <a:gd name="connsiteY1" fmla="*/ 257442 h 257442"/>
                <a:gd name="connsiteX2" fmla="*/ 1 w 5646318"/>
                <a:gd name="connsiteY2" fmla="*/ 257442 h 257442"/>
                <a:gd name="connsiteX3" fmla="*/ 0 w 5646318"/>
                <a:gd name="connsiteY3" fmla="*/ 0 h 257442"/>
                <a:gd name="connsiteX0" fmla="*/ 5646318 w 5646318"/>
                <a:gd name="connsiteY0" fmla="*/ 0 h 257442"/>
                <a:gd name="connsiteX1" fmla="*/ 5591596 w 5646318"/>
                <a:gd name="connsiteY1" fmla="*/ 257442 h 257442"/>
                <a:gd name="connsiteX2" fmla="*/ 1 w 5646318"/>
                <a:gd name="connsiteY2" fmla="*/ 257442 h 257442"/>
                <a:gd name="connsiteX3" fmla="*/ 0 w 5646318"/>
                <a:gd name="connsiteY3" fmla="*/ 0 h 257442"/>
                <a:gd name="connsiteX0" fmla="*/ 5646318 w 5646318"/>
                <a:gd name="connsiteY0" fmla="*/ 0 h 257442"/>
                <a:gd name="connsiteX1" fmla="*/ 5591596 w 5646318"/>
                <a:gd name="connsiteY1" fmla="*/ 257442 h 257442"/>
                <a:gd name="connsiteX2" fmla="*/ 0 w 5646318"/>
                <a:gd name="connsiteY2" fmla="*/ 257442 h 257442"/>
                <a:gd name="connsiteX3" fmla="*/ 0 w 5646318"/>
                <a:gd name="connsiteY3" fmla="*/ 0 h 257442"/>
                <a:gd name="connsiteX0" fmla="*/ 5646318 w 5646318"/>
                <a:gd name="connsiteY0" fmla="*/ 0 h 257442"/>
                <a:gd name="connsiteX1" fmla="*/ 5591596 w 5646318"/>
                <a:gd name="connsiteY1" fmla="*/ 257442 h 257442"/>
                <a:gd name="connsiteX2" fmla="*/ 0 w 5646318"/>
                <a:gd name="connsiteY2" fmla="*/ 257442 h 257442"/>
                <a:gd name="connsiteX3" fmla="*/ 0 w 5646318"/>
                <a:gd name="connsiteY3" fmla="*/ 0 h 257442"/>
                <a:gd name="connsiteX0" fmla="*/ 5814632 w 5814632"/>
                <a:gd name="connsiteY0" fmla="*/ 0 h 257442"/>
                <a:gd name="connsiteX1" fmla="*/ 5591596 w 5814632"/>
                <a:gd name="connsiteY1" fmla="*/ 257442 h 257442"/>
                <a:gd name="connsiteX2" fmla="*/ 0 w 5814632"/>
                <a:gd name="connsiteY2" fmla="*/ 257442 h 257442"/>
                <a:gd name="connsiteX3" fmla="*/ 0 w 5814632"/>
                <a:gd name="connsiteY3" fmla="*/ 0 h 257442"/>
                <a:gd name="connsiteX0" fmla="*/ 5814632 w 5814632"/>
                <a:gd name="connsiteY0" fmla="*/ 0 h 257442"/>
                <a:gd name="connsiteX1" fmla="*/ 5759911 w 5814632"/>
                <a:gd name="connsiteY1" fmla="*/ 257442 h 257442"/>
                <a:gd name="connsiteX2" fmla="*/ 0 w 5814632"/>
                <a:gd name="connsiteY2" fmla="*/ 257442 h 257442"/>
                <a:gd name="connsiteX3" fmla="*/ 0 w 5814632"/>
                <a:gd name="connsiteY3" fmla="*/ 0 h 257442"/>
                <a:gd name="connsiteX0" fmla="*/ 5814632 w 5814632"/>
                <a:gd name="connsiteY0" fmla="*/ 0 h 257442"/>
                <a:gd name="connsiteX1" fmla="*/ 5759911 w 5814632"/>
                <a:gd name="connsiteY1" fmla="*/ 257442 h 257442"/>
                <a:gd name="connsiteX2" fmla="*/ 0 w 5814632"/>
                <a:gd name="connsiteY2" fmla="*/ 257442 h 257442"/>
                <a:gd name="connsiteX3" fmla="*/ 0 w 5814632"/>
                <a:gd name="connsiteY3" fmla="*/ 0 h 257442"/>
                <a:gd name="connsiteX0" fmla="*/ 5814632 w 5814632"/>
                <a:gd name="connsiteY0" fmla="*/ 0 h 257442"/>
                <a:gd name="connsiteX1" fmla="*/ 5759911 w 5814632"/>
                <a:gd name="connsiteY1" fmla="*/ 257442 h 257442"/>
                <a:gd name="connsiteX2" fmla="*/ 0 w 5814632"/>
                <a:gd name="connsiteY2" fmla="*/ 257442 h 257442"/>
                <a:gd name="connsiteX3" fmla="*/ 0 w 5814632"/>
                <a:gd name="connsiteY3" fmla="*/ 0 h 257442"/>
                <a:gd name="connsiteX0" fmla="*/ 5974932 w 5974932"/>
                <a:gd name="connsiteY0" fmla="*/ 0 h 257442"/>
                <a:gd name="connsiteX1" fmla="*/ 5759911 w 5974932"/>
                <a:gd name="connsiteY1" fmla="*/ 257442 h 257442"/>
                <a:gd name="connsiteX2" fmla="*/ 0 w 5974932"/>
                <a:gd name="connsiteY2" fmla="*/ 257442 h 257442"/>
                <a:gd name="connsiteX3" fmla="*/ 0 w 5974932"/>
                <a:gd name="connsiteY3" fmla="*/ 0 h 257442"/>
                <a:gd name="connsiteX0" fmla="*/ 5974932 w 5974932"/>
                <a:gd name="connsiteY0" fmla="*/ 0 h 257442"/>
                <a:gd name="connsiteX1" fmla="*/ 5920211 w 5974932"/>
                <a:gd name="connsiteY1" fmla="*/ 257442 h 257442"/>
                <a:gd name="connsiteX2" fmla="*/ 0 w 5974932"/>
                <a:gd name="connsiteY2" fmla="*/ 257442 h 257442"/>
                <a:gd name="connsiteX3" fmla="*/ 0 w 5974932"/>
                <a:gd name="connsiteY3" fmla="*/ 0 h 257442"/>
                <a:gd name="connsiteX0" fmla="*/ 5974932 w 5974932"/>
                <a:gd name="connsiteY0" fmla="*/ 0 h 257442"/>
                <a:gd name="connsiteX1" fmla="*/ 5920211 w 5974932"/>
                <a:gd name="connsiteY1" fmla="*/ 257442 h 257442"/>
                <a:gd name="connsiteX2" fmla="*/ 0 w 5974932"/>
                <a:gd name="connsiteY2" fmla="*/ 257442 h 257442"/>
                <a:gd name="connsiteX3" fmla="*/ 0 w 5974932"/>
                <a:gd name="connsiteY3" fmla="*/ 0 h 257442"/>
                <a:gd name="connsiteX0" fmla="*/ 5974932 w 5974932"/>
                <a:gd name="connsiteY0" fmla="*/ 0 h 257442"/>
                <a:gd name="connsiteX1" fmla="*/ 5920211 w 5974932"/>
                <a:gd name="connsiteY1" fmla="*/ 257442 h 257442"/>
                <a:gd name="connsiteX2" fmla="*/ 0 w 5974932"/>
                <a:gd name="connsiteY2" fmla="*/ 257442 h 257442"/>
                <a:gd name="connsiteX3" fmla="*/ 0 w 5974932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74932" h="257442">
                  <a:moveTo>
                    <a:pt x="5974932" y="0"/>
                  </a:moveTo>
                  <a:lnTo>
                    <a:pt x="5920211" y="257442"/>
                  </a:lnTo>
                  <a:lnTo>
                    <a:pt x="0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34" name="btfpRunningAgenda1LevelTextLeft829337">
              <a:extLst>
                <a:ext uri="{FF2B5EF4-FFF2-40B4-BE49-F238E27FC236}">
                  <a16:creationId xmlns:a16="http://schemas.microsoft.com/office/drawing/2014/main" id="{D624AF02-D273-73DD-D124-F7C3A9D4864A}"/>
                </a:ext>
              </a:extLst>
            </p:cNvPr>
            <p:cNvSpPr txBox="1"/>
            <p:nvPr/>
          </p:nvSpPr>
          <p:spPr bwMode="gray">
            <a:xfrm>
              <a:off x="0" y="876300"/>
              <a:ext cx="5920211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FFFFFF"/>
                  </a:solidFill>
                </a:rPr>
                <a:t>Aligning on norms and expectations</a:t>
              </a:r>
            </a:p>
          </p:txBody>
        </p:sp>
      </p:grpSp>
      <p:grpSp>
        <p:nvGrpSpPr>
          <p:cNvPr id="35" name="btfpStatusSticker849323">
            <a:extLst>
              <a:ext uri="{FF2B5EF4-FFF2-40B4-BE49-F238E27FC236}">
                <a16:creationId xmlns:a16="http://schemas.microsoft.com/office/drawing/2014/main" id="{8A9BEA60-C621-11F4-CCFE-D2B8DAF563AC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10641273" y="955344"/>
            <a:ext cx="1220527" cy="235611"/>
            <a:chOff x="10641273" y="955344"/>
            <a:chExt cx="1220527" cy="235611"/>
          </a:xfrm>
        </p:grpSpPr>
        <p:sp>
          <p:nvSpPr>
            <p:cNvPr id="36" name="btfpStatusStickerText849323">
              <a:extLst>
                <a:ext uri="{FF2B5EF4-FFF2-40B4-BE49-F238E27FC236}">
                  <a16:creationId xmlns:a16="http://schemas.microsoft.com/office/drawing/2014/main" id="{7E7CBEE3-8BAD-267F-9C88-506D1220D0AF}"/>
                </a:ext>
              </a:extLst>
            </p:cNvPr>
            <p:cNvSpPr txBox="1"/>
            <p:nvPr/>
          </p:nvSpPr>
          <p:spPr bwMode="gray">
            <a:xfrm>
              <a:off x="10641273" y="955344"/>
              <a:ext cx="1220527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all" spc="45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example</a:t>
              </a:r>
            </a:p>
          </p:txBody>
        </p:sp>
        <p:cxnSp>
          <p:nvCxnSpPr>
            <p:cNvPr id="37" name="btfpStatusStickerLine849323">
              <a:extLst>
                <a:ext uri="{FF2B5EF4-FFF2-40B4-BE49-F238E27FC236}">
                  <a16:creationId xmlns:a16="http://schemas.microsoft.com/office/drawing/2014/main" id="{783A2A1B-3ACC-E40E-8F97-E743E1CF2BCE}"/>
                </a:ext>
              </a:extLst>
            </p:cNvPr>
            <p:cNvCxnSpPr/>
            <p:nvPr/>
          </p:nvCxnSpPr>
          <p:spPr bwMode="gray">
            <a:xfrm rot="720000">
              <a:off x="10641273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btfpStatusSticker438348">
            <a:extLst>
              <a:ext uri="{FF2B5EF4-FFF2-40B4-BE49-F238E27FC236}">
                <a16:creationId xmlns:a16="http://schemas.microsoft.com/office/drawing/2014/main" id="{544E25EA-E546-3CC9-2DB5-06BC481AB38A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6595828" y="955344"/>
            <a:ext cx="3918445" cy="235611"/>
            <a:chOff x="5008854" y="955344"/>
            <a:chExt cx="3918445" cy="235611"/>
          </a:xfrm>
        </p:grpSpPr>
        <p:sp>
          <p:nvSpPr>
            <p:cNvPr id="39" name="btfpStatusStickerText438348">
              <a:extLst>
                <a:ext uri="{FF2B5EF4-FFF2-40B4-BE49-F238E27FC236}">
                  <a16:creationId xmlns:a16="http://schemas.microsoft.com/office/drawing/2014/main" id="{49CF5418-2451-4F44-F78D-204A2B6A4B11}"/>
                </a:ext>
              </a:extLst>
            </p:cNvPr>
            <p:cNvSpPr txBox="1"/>
            <p:nvPr/>
          </p:nvSpPr>
          <p:spPr bwMode="gray">
            <a:xfrm>
              <a:off x="5008854" y="955344"/>
              <a:ext cx="3918445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all" spc="45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To be aligned on as a team</a:t>
              </a:r>
            </a:p>
          </p:txBody>
        </p:sp>
        <p:cxnSp>
          <p:nvCxnSpPr>
            <p:cNvPr id="40" name="btfpStatusStickerLine438348">
              <a:extLst>
                <a:ext uri="{FF2B5EF4-FFF2-40B4-BE49-F238E27FC236}">
                  <a16:creationId xmlns:a16="http://schemas.microsoft.com/office/drawing/2014/main" id="{27871277-BD07-9F0D-CDB0-7A95EDF8DD58}"/>
                </a:ext>
              </a:extLst>
            </p:cNvPr>
            <p:cNvCxnSpPr/>
            <p:nvPr/>
          </p:nvCxnSpPr>
          <p:spPr bwMode="gray">
            <a:xfrm rot="720000">
              <a:off x="5008854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CommentBox">
            <a:extLst>
              <a:ext uri="{FF2B5EF4-FFF2-40B4-BE49-F238E27FC236}">
                <a16:creationId xmlns:a16="http://schemas.microsoft.com/office/drawing/2014/main" id="{7CAF6F70-5965-5CAE-1D2B-9575749432C1}"/>
              </a:ext>
            </a:extLst>
          </p:cNvPr>
          <p:cNvSpPr/>
          <p:nvPr/>
        </p:nvSpPr>
        <p:spPr bwMode="gray">
          <a:xfrm>
            <a:off x="5750052" y="-43181"/>
            <a:ext cx="2222500" cy="1016000"/>
          </a:xfrm>
          <a:prstGeom prst="wedgeRoundRectCallout">
            <a:avLst/>
          </a:prstGeom>
          <a:solidFill>
            <a:srgbClr val="006393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AU" sz="1200" b="1" dirty="0" err="1">
                <a:solidFill>
                  <a:srgbClr val="FFFFFF"/>
                </a:solidFill>
                <a:latin typeface="Arial" panose="020B0604020202020204" pitchFamily="34" charset="0"/>
              </a:rPr>
              <a:t>MichelleF</a:t>
            </a:r>
            <a:r>
              <a:rPr lang="en-AU" sz="1200" b="1" dirty="0">
                <a:solidFill>
                  <a:srgbClr val="FFFFFF"/>
                </a:solidFill>
                <a:latin typeface="Arial" panose="020B0604020202020204" pitchFamily="34" charset="0"/>
              </a:rPr>
              <a:t>: Alternative Tean Norms To be revised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38098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OLUMNGUIDE" val="Visible"/>
  <p:tag name="OFFICE" val="Seattle"/>
  <p:tag name="MEKKOFORMATS" val="&lt;MekkoFormats&gt;&lt;NumberFormat DecimalSeparator=&quot;.&quot; ThousandSeparator=&quot;,&quot; NegativeNumberFormat=&quot;1&quot; /&gt;&lt;DateFormat CultureID=&quot;1033&quot; FormatString=&quot;M/d/yyyy&quot; /&gt;&lt;Font&gt;&lt;Output_Font_Name Default=&quot;Arial&quot; UsePPTTheme=&quot;True&quot; /&gt;&lt;/Font&gt;&lt;/MekkoFormats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5"/>
  <p:tag name="BTFPLAYOUTENABLED" val="0"/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ANCHORELEFT" val="True"/>
  <p:tag name="BTFPLAYOUTANCHORERIGHT" val="False"/>
  <p:tag name="BTFPLAYOUTANCHORETOP" val="True"/>
  <p:tag name="BTFPLAYOUTANCHOREBOTTOM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ANCHORELEFT" val="True"/>
  <p:tag name="BTFPLAYOUTANCHORERIGHT" val="False"/>
  <p:tag name="BTFPLAYOUTANCHORETOP" val="True"/>
  <p:tag name="BTFPLAYOUTANCHOREBOTTOM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ANCHORELEFT" val="True"/>
  <p:tag name="BTFPLAYOUTANCHORERIGHT" val="False"/>
  <p:tag name="BTFPLAYOUTANCHORETOP" val="True"/>
  <p:tag name="BTFPLAYOUTANCHOREBOTTOM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ANCHORELEFT" val="True"/>
  <p:tag name="BTFPLAYOUTANCHORERIGHT" val="False"/>
  <p:tag name="BTFPLAYOUTANCHORETOP" val="True"/>
  <p:tag name="BTFPLAYOUTANCHOREBOTTOM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ANCHORELEFT" val="True"/>
  <p:tag name="BTFPLAYOUTANCHORERIGHT" val="False"/>
  <p:tag name="BTFPLAYOUTANCHORETOP" val="True"/>
  <p:tag name="BTFPLAYOUTANCHOREBOTTOM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ANCHORELEFT" val="True"/>
  <p:tag name="BTFPLAYOUTANCHORERIGHT" val="False"/>
  <p:tag name="BTFPLAYOUTANCHORETOP" val="True"/>
  <p:tag name="BTFPLAYOUTANCHOREBOTTOM" val="Fals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ANCHORELEFT" val="True"/>
  <p:tag name="BTFPLAYOUTANCHORERIGHT" val="False"/>
  <p:tag name="BTFPLAYOUTANCHORETOP" val="True"/>
  <p:tag name="BTFPLAYOUTANCHOREBOTTOM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ANCHORELEFT" val="True"/>
  <p:tag name="BTFPLAYOUTANCHORERIGHT" val="False"/>
  <p:tag name="BTFPLAYOUTANCHORETOP" val="True"/>
  <p:tag name="BTFPLAYOUTANCHOREBOTTOM" val="Fals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ANCHORELEFT" val="True"/>
  <p:tag name="BTFPLAYOUTANCHORERIGHT" val="False"/>
  <p:tag name="BTFPLAYOUTANCHORETOP" val="True"/>
  <p:tag name="BTFPLAYOUTANCHOREBOTTOM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ANCHORELEFT" val="True"/>
  <p:tag name="BTFPLAYOUTANCHORERIGHT" val="False"/>
  <p:tag name="BTFPLAYOUTANCHORETOP" val="True"/>
  <p:tag name="BTFPLAYOUTANCHOREBOTTOM" val="Fals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ANCHORELEFT" val="True"/>
  <p:tag name="BTFPLAYOUTANCHORERIGHT" val="False"/>
  <p:tag name="BTFPLAYOUTANCHORETOP" val="True"/>
  <p:tag name="BTFPLAYOUTANCHOREBOTTOM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ANCHORELEFT" val="True"/>
  <p:tag name="BTFPLAYOUTANCHORERIGHT" val="False"/>
  <p:tag name="BTFPLAYOUTANCHORETOP" val="True"/>
  <p:tag name="BTFPLAYOUTANCHOREBOTTOM" val="Fals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ANCHORELEFT" val="True"/>
  <p:tag name="BTFPLAYOUTANCHORERIGHT" val="False"/>
  <p:tag name="BTFPLAYOUTANCHORETOP" val="True"/>
  <p:tag name="BTFPLAYOUTANCHOREBOTTOM" val="Fals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ANCHORELEFT" val="True"/>
  <p:tag name="BTFPLAYOUTANCHORERIGHT" val="False"/>
  <p:tag name="BTFPLAYOUTANCHORETOP" val="True"/>
  <p:tag name="BTFPLAYOUTANCHOREBOTTOM" val="Fals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4"/>
  <p:tag name="BTFPLAYOUTENABLED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3"/>
  <p:tag name="BTFPLAYOUTENABLED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10,66667"/>
  <p:tag name="BTFPCENTERY" val="89,33333"/>
  <p:tag name="BTFPLAYOUTANCHORELEFT" val="True"/>
  <p:tag name="BTFPLAYOUTANCHORERIGHT" val="False"/>
  <p:tag name="BTFPLAYOUTANCHORETOP" val="True"/>
  <p:tag name="BTFPLAYOUTANCHOREBOTTOM" val="Fals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9.333333"/>
  <p:tag name="BTFPCENTERY" val="28.66667"/>
  <p:tag name="BTFPLAYOUTANCHORELEFT" val="True"/>
  <p:tag name="BTFPLAYOUTANCHORERIGHT" val="False"/>
  <p:tag name="BTFPLAYOUTANCHORETOP" val="True"/>
  <p:tag name="BTFPLAYOUTANCHOREBOTTOM" val="Fals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29.33333"/>
  <p:tag name="BTFPCENTERY" val="8"/>
  <p:tag name="BTFPLAYOUTANCHORELEFT" val="True"/>
  <p:tag name="BTFPLAYOUTANCHORERIGHT" val="False"/>
  <p:tag name="BTFPLAYOUTANCHORETOP" val="True"/>
  <p:tag name="BTFPLAYOUTANCHOREBOTTOM" val="Fals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49.33334"/>
  <p:tag name="BTFPCENTERY" val="8"/>
  <p:tag name="BTFPLAYOUTANCHORELEFT" val="True"/>
  <p:tag name="BTFPLAYOUTANCHORERIGHT" val="False"/>
  <p:tag name="BTFPLAYOUTANCHORETOP" val="True"/>
  <p:tag name="BTFPLAYOUTANCHOREBOTTOM" val="Fals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69.33334"/>
  <p:tag name="BTFPCENTERY" val="6"/>
  <p:tag name="BTFPLAYOUTANCHORELEFT" val="True"/>
  <p:tag name="BTFPLAYOUTANCHORERIGHT" val="False"/>
  <p:tag name="BTFPLAYOUTANCHORETOP" val="True"/>
  <p:tag name="BTFPLAYOUTANCHOREBOTTOM" val="Fals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90.66667"/>
  <p:tag name="BTFPCENTERY" val="29.33333"/>
  <p:tag name="BTFPLAYOUTANCHORELEFT" val="True"/>
  <p:tag name="BTFPLAYOUTANCHORERIGHT" val="False"/>
  <p:tag name="BTFPLAYOUTANCHORETOP" val="True"/>
  <p:tag name="BTFPLAYOUTANCHOREBOTTOM" val="Fals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89.33333"/>
  <p:tag name="BTFPCENTERY" val="6"/>
  <p:tag name="BTFPLAYOUTANCHORELEFT" val="True"/>
  <p:tag name="BTFPLAYOUTANCHORERIGHT" val="False"/>
  <p:tag name="BTFPLAYOUTANCHORETOP" val="True"/>
  <p:tag name="BTFPLAYOUTANCHOREBOTTOM" val="Fals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69.33334"/>
  <p:tag name="BTFPCENTERY" val="6"/>
  <p:tag name="BTFPLAYOUTANCHORELEFT" val="True"/>
  <p:tag name="BTFPLAYOUTANCHORERIGHT" val="False"/>
  <p:tag name="BTFPLAYOUTANCHORETOP" val="True"/>
  <p:tag name="BTFPLAYOUTANCHOREBOTTOM" val="Fals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29.33333"/>
  <p:tag name="BTFPCENTERY" val="8"/>
  <p:tag name="BTFPLAYOUTANCHORELEFT" val="True"/>
  <p:tag name="BTFPLAYOUTANCHORERIGHT" val="False"/>
  <p:tag name="BTFPLAYOUTANCHORETOP" val="True"/>
  <p:tag name="BTFPLAYOUTANCHOREBOTTOM" val="Fals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49.33334"/>
  <p:tag name="BTFPCENTERY" val="8"/>
  <p:tag name="BTFPLAYOUTANCHORELEFT" val="True"/>
  <p:tag name="BTFPLAYOUTANCHORERIGHT" val="False"/>
  <p:tag name="BTFPLAYOUTANCHORETOP" val="True"/>
  <p:tag name="BTFPLAYOUTANCHOREBOTTOM" val="Fals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10,66667"/>
  <p:tag name="BTFPCENTERY" val="89,33333"/>
  <p:tag name="BTFPLAYOUTANCHORELEFT" val="True"/>
  <p:tag name="BTFPLAYOUTANCHORERIGHT" val="False"/>
  <p:tag name="BTFPLAYOUTANCHORETOP" val="True"/>
  <p:tag name="BTFPLAYOUTANCHOREBOTTOM" val="Fals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90.66667"/>
  <p:tag name="BTFPCENTERY" val="29.33333"/>
  <p:tag name="BTFPLAYOUTANCHORELEFT" val="True"/>
  <p:tag name="BTFPLAYOUTANCHORERIGHT" val="False"/>
  <p:tag name="BTFPLAYOUTANCHORETOP" val="True"/>
  <p:tag name="BTFPLAYOUTANCHOREBOTTOM" val="Fals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9.333333"/>
  <p:tag name="BTFPCENTERY" val="28.66667"/>
  <p:tag name="BTFPLAYOUTANCHORELEFT" val="True"/>
  <p:tag name="BTFPLAYOUTANCHORERIGHT" val="False"/>
  <p:tag name="BTFPLAYOUTANCHORETOP" val="True"/>
  <p:tag name="BTFPLAYOUTANCHOREBOTTOM" val="Fals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89.33333"/>
  <p:tag name="BTFPCENTERY" val="6"/>
  <p:tag name="BTFPLAYOUTANCHORELEFT" val="True"/>
  <p:tag name="BTFPLAYOUTANCHORERIGHT" val="False"/>
  <p:tag name="BTFPLAYOUTANCHORETOP" val="True"/>
  <p:tag name="BTFPLAYOUTANCHOREBOTTOM" val="Fals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5"/>
  <p:tag name="BTFPLAYOUTENABLED" val="0"/>
  <p:tag name="ARTICULATE_SLIDE_THUMBNAIL_REFRESH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5"/>
  <p:tag name="BTFPLAYOUTENABLED" val="0"/>
  <p:tag name="ARTICULATE_SLIDE_THUMBNAIL_REFRESH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ROTATION" val="0"/>
  <p:tag name="BTFPLAYOUTENABLED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7"/>
  <p:tag name="BTFPLAYOUTENABLED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ROTATION" val="0"/>
  <p:tag name="BTFPLAYOUTENABLED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heme/theme1.xml><?xml version="1.0" encoding="utf-8"?>
<a:theme xmlns:a="http://schemas.openxmlformats.org/drawingml/2006/main" name="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56CF97D2-A744-43CA-AE15-0214FF29DAC4}" vid="{A64E784E-EE2A-4031-BBD4-3B52B2D870FE}"/>
    </a:ext>
  </a:extLst>
</a:theme>
</file>

<file path=ppt/theme/theme2.xml><?xml version="1.0" encoding="utf-8"?>
<a:theme xmlns:a="http://schemas.openxmlformats.org/drawingml/2006/main" name="1_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BF16324A-100D-43A3-989B-06855AF3057C}" vid="{05E5CB01-ABF8-49A0-9EED-8A582D469C1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9B423C114ED644A6D4E97826903C92" ma:contentTypeVersion="12" ma:contentTypeDescription="Create a new document." ma:contentTypeScope="" ma:versionID="cd8f48c1da21ba892293c12683c65362">
  <xsd:schema xmlns:xsd="http://www.w3.org/2001/XMLSchema" xmlns:xs="http://www.w3.org/2001/XMLSchema" xmlns:p="http://schemas.microsoft.com/office/2006/metadata/properties" xmlns:ns2="b37e65e1-590b-4165-b740-4d41e19ffb56" xmlns:ns3="0e427f73-0d6a-4740-aee4-eea3ddf9cfe2" targetNamespace="http://schemas.microsoft.com/office/2006/metadata/properties" ma:root="true" ma:fieldsID="cc9d367270be29fd8ca5c183be4a4707" ns2:_="" ns3:_="">
    <xsd:import namespace="b37e65e1-590b-4165-b740-4d41e19ffb56"/>
    <xsd:import namespace="0e427f73-0d6a-4740-aee4-eea3ddf9cf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e65e1-590b-4165-b740-4d41e19ffb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b166abb-7d38-406f-9233-2f33b10aef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7f73-0d6a-4740-aee4-eea3ddf9cfe2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c5a46558-8158-448d-876e-e244438df7d6}" ma:internalName="TaxCatchAll" ma:showField="CatchAllData" ma:web="cdf10008-0145-452d-8873-9a89a80b88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427f73-0d6a-4740-aee4-eea3ddf9cfe2" xsi:nil="true"/>
    <lcf76f155ced4ddcb4097134ff3c332f xmlns="b37e65e1-590b-4165-b740-4d41e19ffb5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D835C2C-3CD2-40BE-BE8B-84BB9926EA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8F5A80-9412-42D5-BC0A-3D423485B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7e65e1-590b-4165-b740-4d41e19ffb56"/>
    <ds:schemaRef ds:uri="0e427f73-0d6a-4740-aee4-eea3ddf9cf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28A94A6-B164-474B-A68E-EA232F2D533B}">
  <ds:schemaRefs>
    <ds:schemaRef ds:uri="b37e65e1-590b-4165-b740-4d41e19ffb56"/>
    <ds:schemaRef ds:uri="http://purl.org/dc/dcmitype/"/>
    <ds:schemaRef ds:uri="http://schemas.microsoft.com/office/2006/documentManagement/types"/>
    <ds:schemaRef ds:uri="0e427f73-0d6a-4740-aee4-eea3ddf9cfe2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371</TotalTime>
  <Words>2181</Words>
  <Application>Microsoft Office PowerPoint</Application>
  <PresentationFormat>Widescreen</PresentationFormat>
  <Paragraphs>302</Paragraphs>
  <Slides>14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Verdana</vt:lpstr>
      <vt:lpstr>Bain Core</vt:lpstr>
      <vt:lpstr>1_Bain Core</vt:lpstr>
      <vt:lpstr>think-cell Slide</vt:lpstr>
      <vt:lpstr>IO 3.0 Kick-off Deck</vt:lpstr>
      <vt:lpstr>Agenda </vt:lpstr>
      <vt:lpstr>Welcome to the team!</vt:lpstr>
      <vt:lpstr>Welcome to the team!</vt:lpstr>
      <vt:lpstr>PowerPoint Presentation</vt:lpstr>
      <vt:lpstr>Start-up discussion</vt:lpstr>
      <vt:lpstr>Working style preferences</vt:lpstr>
      <vt:lpstr>Primary working styles</vt:lpstr>
      <vt:lpstr>Top tips for working with the team based on primary styles</vt:lpstr>
      <vt:lpstr>Agenda</vt:lpstr>
      <vt:lpstr>Agenda</vt:lpstr>
      <vt:lpstr>For discussion: Our team norms </vt:lpstr>
      <vt:lpstr>Alternative format: Routines and communication norms to promote sustainability</vt:lpstr>
      <vt:lpstr>Alternative format: Team norms slide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Case Kick-off Deck</dc:title>
  <dc:creator>Ali, Aliya</dc:creator>
  <cp:lastModifiedBy>Flood, Michelle</cp:lastModifiedBy>
  <cp:revision>6</cp:revision>
  <cp:lastPrinted>2017-02-15T14:23:56Z</cp:lastPrinted>
  <dcterms:created xsi:type="dcterms:W3CDTF">2024-02-16T01:07:41Z</dcterms:created>
  <dcterms:modified xsi:type="dcterms:W3CDTF">2026-07-20T05:14:56Z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0x010100689B423C114ED644A6D4E97826903C92</vt:lpwstr>
  </property>
  <property fmtid="{D5CDD505-2E9C-101B-9397-08002B2CF9AE}" pid="3" name="MediaServiceImageTags">
    <vt:lpwstr/>
  </property>
</Properties>
</file>